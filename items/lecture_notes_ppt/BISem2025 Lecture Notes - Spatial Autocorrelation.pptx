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notesSlides/notesSlide6.xml" ContentType="application/vnd.openxmlformats-officedocument.presentationml.notesSlide+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4"/>
  </p:notesMasterIdLst>
  <p:sldIdLst>
    <p:sldId id="1337" r:id="rId3"/>
    <p:sldId id="1308" r:id="rId4"/>
    <p:sldId id="1327" r:id="rId5"/>
    <p:sldId id="1328" r:id="rId6"/>
    <p:sldId id="1330" r:id="rId7"/>
    <p:sldId id="1329" r:id="rId8"/>
    <p:sldId id="1331" r:id="rId9"/>
    <p:sldId id="1332" r:id="rId10"/>
    <p:sldId id="1336" r:id="rId11"/>
    <p:sldId id="1335" r:id="rId12"/>
    <p:sldId id="130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 userDrawn="1">
          <p15:clr>
            <a:srgbClr val="A4A3A4"/>
          </p15:clr>
        </p15:guide>
        <p15:guide id="2" pos="7446" userDrawn="1">
          <p15:clr>
            <a:srgbClr val="A4A3A4"/>
          </p15:clr>
        </p15:guide>
        <p15:guide id="3" orient="horz" pos="1230" userDrawn="1">
          <p15:clr>
            <a:srgbClr val="A4A3A4"/>
          </p15:clr>
        </p15:guide>
        <p15:guide id="4" orient="horz" pos="754" userDrawn="1">
          <p15:clr>
            <a:srgbClr val="A4A3A4"/>
          </p15:clr>
        </p15:guide>
        <p15:guide id="5" orient="horz" pos="39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008CE6"/>
    <a:srgbClr val="FF3B30"/>
    <a:srgbClr val="D6D6D6"/>
    <a:srgbClr val="000000"/>
    <a:srgbClr val="FF9500"/>
    <a:srgbClr val="009193"/>
    <a:srgbClr val="385723"/>
    <a:srgbClr val="92D050"/>
    <a:srgbClr val="F6E3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389"/>
    <p:restoredTop sz="83254"/>
  </p:normalViewPr>
  <p:slideViewPr>
    <p:cSldViewPr snapToGrid="0" snapToObjects="1">
      <p:cViewPr varScale="1">
        <p:scale>
          <a:sx n="122" d="100"/>
          <a:sy n="122" d="100"/>
        </p:scale>
        <p:origin x="1480" y="192"/>
      </p:cViewPr>
      <p:guideLst>
        <p:guide pos="438"/>
        <p:guide pos="7446"/>
        <p:guide orient="horz" pos="1230"/>
        <p:guide orient="horz" pos="754"/>
        <p:guide orient="horz" pos="3997"/>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3.64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3650 434 16383,'-93'0'0,"-1"0"0,-4-1 0,-1 0 0,5-2 0,-1 1 0,25-1 0,-1 1 0,-1-1 0,-2 0 0,0 0 0,-1 0 0,-1 1 0,-1-1 0,1 1 0,2 0 0,0-1 0,1 1 0,3 0 0,1 0 0,1 1 0,-24-2 0,4 0 0,13 1 0,3 0 0,13 1 0,4 0 0,-27 0 0,39 2 0,23 1 0,61 1 0,20 0 0,-15-1 0,18 2 0,-21-4 0,-114-11 0,-41-4 0,57 11 0,-3 0 0,-29-5 0,-12-2 0,13 4 0,23 5 0,9 2 0,-21-1 0,36 1 0,33 0 0,84 5 0,-29-2 0,6-1 0,27 2 0,3-1 0,-18-1 0,-6-1 0,24 1 0,-61-4 0,-61-4 0,-45-4 0,0 1 0,16 2 0,0 1 0,-5-1 0,-6-1 0,-8 0 0,0 0 0,9 1 0,-25-1 0,14 3 0,-2 3 0,76 3 0,64 2 0,35 0 0,-12-1 0,9-1 0,-14 0 0,8 1 0,4-1 0,1 0 0,6 0 0,2-1 0,2 1 0,3-1 0,-7 1 0,2-1 0,2 1 0,0-1 0,-3 1 0,-4-1 0,-1 1 0,-1 0 0,-3-1 0,-2 1 0,4 0 0,-2-1 0,-6 1 0,-9 0 0,14 0 0,-37-2 0,-80-3 0,-47-3 0,-6-1 0,11 2 0,-5-2 0,-5 0 0,-6 0 0,5 1 0,-7-2 0,-5 1 0,0-1 0,0 1 0,6 0 0,-6 0 0,1 1 0,3-1 0,3 1 0,3 0 0,-3-1 0,2 1 0,7 1 0,13 1 0,-6 2 0,38 4 0,79 4 0,53 4 0,19 1 0,-12-1 0,-6-2 0,-2-2 0,7 2 0,-11-1 0,9 2 0,2-1 0,-6 0 0,-12-2 0,27 0 0,-26-3 0,-37-4 0,-82-5 0,-51-4 0,-3 1 0,22 1 0,-2 1 0,-4-1 0,-5 0 0,5 0 0,-7-1 0,-3 0 0,-1 0 0,2 1 0,3 0 0,-1 1 0,0 0 0,3 0 0,3 1 0,4 0 0,-23-2 0,6 0 0,15 3 0,9 2 0,33 3 0,89 7 0,38 1 0,-23-4 0,5 0 0,4 1 0,6 1 0,-7-3 0,-2-1 0,-11-3 0,-1 0 0,-103-7 0,-27-2 0,15 6 0,-3 0 0,-36-4 0,4 1 0,13 4 0,53 6 0,65 2 0,29-1 0,-22-2 0,5 1 0,19 0 0,12 0 0,-3-1 0,-15 0 0,-3-1 0,-1 1 0,24 0 0,-6 0 0,-22 0 0,-13 1 0,-26 0 0,-82 0 0,-41-1 0,18 1 0,-5 0 0,3 1 0,-7 0 0,8 1 0,1 0 0,14 4 0,8 9 0,95 2 0,33 3 0,13 0 0,16 1 0,6-1 0,-10-1 0,6-1 0,3 0 0,-2-1 0,-18-4 0,2 0 0,-1 0 0,-3-2 0,-3-1 0,25 3 0,-6-2 0,-13-3 0,-9-3 0,-33-4 0,-106-11 0,-53-7 0,40 5 0,-8-2 0,-5-1 0,-5 1 0,14 1 0,-6 0 0,-3 0 0,-1 0 0,2 0 0,3 1 0,-5-2 0,0 0 0,3 1 0,3 0 0,5 1 0,-24-3 0,7 2 0,20 2 0,2 4 0,147 8 0,43 1 0,-45-3 0,1-1 0,2 3 0,6 0 0,-17-2 0,-14-10 0,-127-9 0,13 5 0,-6 1 0,-6-1 0,0 1 0,11 2 0,8 3 0,-3 2 0,154 13 0,-32-6 0,5 1 0,26 2 0,-1-1 0,-25-1 0,-10-2 0,-9-2 0,-87-5 0,-24-2 0,-2 2 0,-1-2 0,7 2 0,32 5 0,71 3 0,22 1 0,-4 2 0,14-1 0,1-1 0,-8 0 0,-28-2 0,-12-1 0,-26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3.86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0 16383,'0'0'0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4.07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0 16383,'66'12'0,"-1"0"0,16 2 0,-36-6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5.29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 16383,'86'2'0,"0"-1"0,0 1 0,0 0 0,1 0 0,12 0 0,2 0 0,-8 0 0,-18 0 0,23-1 0,-47 0 0,-1-1 0,49 0 0,-1 0 0,-10 0 0,-11 0 0,-14 0 0,-5-1 0,-7 0 0,-17 0 0,-14 0 0,5 1 0,0 2 0,28 0 0,-8 1 0,-4-1 0,-14-1 0,-2 2 0,-3-2 0,14 2 0,-8-1 0,-5 0 0,3-2 0,-3 0 0,7 0 0,-3 0 0,-2 1 0,-1 2 0,7 1 0,0 1 0,-4-2 0,-1-1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6.34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3714 77 16383,'-73'-2'0,"0"1"0,0 0 0,-2 0 0,-1 0 0,-3 0 0,-11-1 0,-4 1 0,-4-1 0,10-1 0,-4 1 0,-2 0 0,-3-1 0,8 0 0,-3-1 0,-2 1 0,0-1 0,-1 1 0,11 0 0,-1 0 0,-1 0 0,0 0 0,1 0 0,1 1 0,-13-1 0,2 0 0,0 0 0,2 1 0,2 0 0,-9-1 0,3 2 0,2-1 0,6 1 0,-3 1 0,5 0 0,6 0 0,-10 0 0,10 0 0,27 0 0,6 0 0,-9 0 0,7 0 0,2 0 0,4 1 0,11 0 0,13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7.26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16383,'80'6'0,"-1"0"0,1 0 0,0-1 0,4 0 0,4-1 0,4 0 0,-3-1 0,4 0 0,3 0 0,2 0 0,1 0 0,-5 0 0,1-1 0,2 1 0,1 0 0,0-1 0,-1 1 0,0 0 0,1-1 0,0 1 0,-1 0 0,-3-1 0,-4 1 0,0-1 0,-2 1 0,-4-1 0,-3 1 0,-5-1 0,16 1 0,-7 1 0,-13-2 0,25 1 0,-70-3 0,-15 0 0,33 0 0,-7 0 0,31 0 0,-24 1 0,-11 0 0,-17 0 0,-9-1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8.11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3371 7 16383,'-98'0'0,"44"0"0,-2 0 0,-3 0 0,-4-1 0,-17 0 0,-6 0 0,18 0 0,-2 0 0,-2 1 0,-4-1 0,-2 0 0,-2 1 0,-8 0 0,-3 0 0,-1 0 0,18 0 0,-1 0 0,0 0 0,-2 0 0,-5 0 0,0 0 0,-2 0 0,1 0 0,0 0 0,0 0 0,0 0 0,1 0 0,5 0 0,2 0 0,0 0 0,1 0 0,-19 0 0,2 0 0,3 0 0,11 0 0,3 0 0,3 0 0,-24 0 0,7 0 0,24 0 0,7 0 0,-7 0 0,36 0 0,23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9.04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11 16383,'86'0'0,"0"0"0,10 1 0,3 0 0,-29 0 0,1-1 0,0 1 0,4 0 0,1 0 0,-1-1 0,1 1 0,-1-1 0,0 1 0,-5-1 0,-1 0 0,0 0 0,31 0 0,-2 0 0,-7 0 0,-3 0 0,-10-1 0,-5 1 0,-14-1 0,-5 0 0,22-1 0,-30 0 0,-21 1 0,-3 0 0,5 1 0,21 0 0,11 0 0,-3 0 0,-17 0 0,-18 0 0,4 0 0,0-1 0,3 1 0,5-3 0,-17 1 0,14 0 0,-5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9.89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2886 59 16383,'-85'-1'0,"0"1"0,9-2 0,-5 0 0,-4-1 0,12 0 0,-3 0 0,-2-1 0,-2 0 0,-11 0 0,-3 0 0,-2 0 0,2 0 0,1 1 0,-2-1 0,3 1 0,3 0 0,-10 1 0,4 0 0,6 0 0,-12 1 0,10 1 0,23-1 0,4 2 0,-1-1 0,-2 0 0,-7 0 0,-2 0 0,1 0 0,2 0 0,6 0 0,6 0 0,-14 0 0,42 0 0,17 0 0,-16 0 0,14 0 0,-20 0 0,16 0 0,-1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1.44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62 16383,'80'0'0,"0"-1"0,-3-1 0,6 1 0,5-1 0,-7 0 0,4-1 0,2 1 0,1 0 0,5-1 0,1 0 0,0 0 0,-2 0 0,-10 0 0,-1 0 0,-2 0 0,-7 0 0,32-1 0,-16 0 0,-5-1 0,-54 3 0,-18 2 0,28-2 0,-10 1 0,12-2 0,-25 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2.13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1421 0 16383,'-77'7'0,"0"0"0,-12 0 0,-3 0 0,27-2 0,-2 0 0,-1 0 0,-4 0 0,-2-1 0,2 1 0,3-1 0,1 0 0,1 0 0,-20 1 0,5-1 0,14-2 0,5 0 0,-21-1 0,35-1 0,27 0 0,14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7.513"/>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945 1 16383,'-71'2'0,"21"0"0,0 0 0,-34 2 0,32-1 0,-1 0 0,0 0 0,1-1 0,-26 1 0,10-2 0,11-1 0,11 0 0,5 0 0,-2 0 0,-3 1 0,4 0 0,11 0 0,14-1 0,7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8.32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877 4 16383,'-50'-1'0,"-1"0"0,-48-1 0,30 2 0,-9 0 0,0 0 0,10 0 0,10 0 0,9 0 0,8 0 0,7 1 0,5 0 0,0 0 0,-2 0 0,0-1 0,4 0 0,0 0 0,0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9.112"/>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978 0 16383,'-88'0'0,"3"0"0,17 0 0,-7 1 0,-6 1 0,-5 1 0,4-1 0,5 0 0,15-2 0,10 1 0,12 1 0,9-2 0,11 1 0,-8-1 0,6 0 0,-11 0 0,7 1 0,4-1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9.82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773 1 16383,'-95'0'0,"12"0"0,22 1 0,8 1 0,6 0 0,6 1 0,11-1 0,10-1 0,-11-1 0,12 0 0,-12 0 0,3 0 0,-1 0 0,-16 0 0,1 0 0,3 0 0,8 0 0,11 0 0,2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0.212"/>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0.59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0.92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1.16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1.41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1.64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1.97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2.21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2.46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2.62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16383,'81'0'0,"-16"0"0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2.92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16383,'68'0'0,"-15"0"0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3.24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144 1 16383,'-80'4'0,"17"-1"0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3.52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16383,'0'0'0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3.79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120 0 16383,'-66'2'0,"13"0"0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4.01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 16383,'0'0'0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4.41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 16383,'75'0'0,"1"0"0,21 0 0,-52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6.76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1387 9 16383,'-53'0'0,"1"0"0,-7 0 0,-2 0 0,-1 0 0,-1 0 0,-4 1 0,-1 0 0,6 1 0,2 0 0,7 1 0,1-1 0,-41 1 0,7-2 0,0-1 0,-10 0 0,16 0 0,6 0 0,19-1 0,8-1 0,7 1 0,23 0 0,96-3 0,-22 2 0,3-1 0,-3 1 0,-11 0 0,-20 1 0,-7 0 0,25 1 0,5 0 0,33 0 0,-10-1 0,-3 0 0,-17 0 0,-20 0 0,-17 1 0,-9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9.54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0 16383,'68'3'0,"1"0"0,5 0 0,1-1 0,-6-1 0,-2 0 0,-2 0 0,-4-1 0,27 0 0,-37 0 0,-15 0 0,10 0 0,47 2 0,-26-1 0,4 1 0,8 0 0,0 0 0,-8-1 0,-6 1 0,20-1 0,-47-1 0,-27 0 0,35 0 0,-1 0 0,29 0 0,-27 0 0,-19 0 0,-13 1 0,13 2 0,50 3 0,-16-2 0,6 2 0,14-1 0,1 0 0,-5-1 0,-5 0 0,22 1 0,-48-5 0,-32 0 0,19 0 0,-4 0 0,20 0 0,-23 0 0,-10 0 0,14 0 0,-9 0 0,19 0 0,-11 1 0,-5 0 0,2 0 0,3 0 0,6-1 0,0 0 0,-5 0 0,-9-1 0,-4 1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0.27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3555 23 16383,'-56'1'0,"1"1"0,-5-2 0,0 0 0,7-3 0,0 0 0,-9 0 0,-3 0 0,-6 1 0,-3 0 0,-19 1 0,-4 0 0,27 1 0,-1 0 0,-4 0 0,-19 1 0,-4-1 0,-3 0 0,16 1 0,-1-1 0,-2 1 0,1 0 0,-1-1 0,0 1 0,-1 0 0,0-1 0,-6 0 0,-1 1 0,0-1 0,3-1 0,8 1 0,1-1 0,2 0 0,1 0 0,-19 0 0,1-1 0,4 0 0,12 1 0,3 0 0,5-1 0,-7 1 0,9 1 0,-14 0 0,49 0 0,22 0 0,9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1.02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16383,'90'2'0,"-1"1"0,-22-2 0,1 1 0,2 0 0,8 0 0,3-1 0,1 0 0,7 1 0,2-1 0,-2 0 0,-5-1 0,0 0 0,-4 0 0,23 0 0,-7-1 0,-29 0 0,-5 0 0,35 0 0,-48 1 0,3 0 0,15 0 0,4 0 0,14 0 0,2 0 0,7 0 0,-1 0 0,-6 0 0,-3 0 0,-16 0 0,-2 0 0,-3 0 0,-1 1 0,-6 0 0,-1 0 0,44 1 0,-38-1 0,-34-1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1.69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2907 0 16383,'-70'7'0,"-1"-1"0,1 1 0,-6-1 0,-1 0 0,-1-1 0,1-1 0,-1-1 0,-1 0 0,-5 0 0,-2-1 0,1 0 0,-1 0 0,0-1 0,0 0 0,-1-2 0,0 1 0,0-1 0,4 0 0,0 0 0,1-1 0,0-1 0,0 0 0,3 0 0,9 0 0,1 0 0,3 0 0,-18 0 0,5 0 0,14 0 0,5 0 0,-34 1 0,-5-1 0,0 1 0,12 1 0,29 1 0,31 0 0,18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2.52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 16383,'88'7'0,"0"0"0,-20-3 0,1 0 0,1-1 0,5 0 0,1 0 0,1-1 0,3 0 0,1-1 0,-2 0 0,-3 0 0,-1 0 0,-2-1 0,17 1 0,-4 0 0,-15-2 0,-4 1 0,-15-1 0,-2 1 0,6-1 0,2 0 0,15 1 0,7 1 0,-12-1 0,4 1 0,1 0 0,5-1 0,2 1 0,-3 0 0,22 0 0,-7-1 0,-25 0 0,-10 0 0,-4 0 0,-29 0 0,11 1 0,10 1 0,-4-1 0,-11 0 0,-13-1 0,8 0 0,6 3 0,19 3 0,-23-3 0,-1 2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3.293"/>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3586 88 16383,'-75'3'0,"-1"1"0,-11-1 0,-2 1 0,-5-2 0,-6 0 0,13-1 0,-5-1 0,-2 0 0,15 0 0,-1-1 0,-2-1 0,-1 1 0,-7-2 0,-2 0 0,0 0 0,1-1 0,2 0 0,0-1 0,1-1 0,2 1 0,9-1 0,0 0 0,3 0 0,2 0 0,-13-2 0,3 1 0,5 0 0,-14-1 0,7 1 0,16 3 0,5 2 0,-27 0 0,17 2 0,4 1 0,-3 0 0,-2 1 0,-6 1 0,-5 0 0,5-1 0,7 0 0,15 0 0,12 0 0,8 0 0,11 1 0,5-2 0,8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4.143"/>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 16383,'80'4'0,"0"-1"0,-11 1 0,4-1 0,1 0 0,6-1 0,1 1 0,3-1 0,12 2 0,3-1 0,0 1 0,0-1 0,-1 0 0,-3 0 0,-14 0 0,-3-1 0,-3-1 0,17 1 0,-9-1 0,-28-1 0,-7 0 0,10 0 0,-23 0 0,11-1 0,39 1 0,-16 1 0,8 1 0,17 1 0,4 1 0,2-1 0,-2 1 0,-13-1 0,-6-1 0,-24 0 0,-7-1 0,4-1 0,-34 0 0,-14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4.81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2957 89 16383,'-81'0'0,"0"0"0,-15 0 0,-5 0 0,22 0 0,-4 0 0,0-1 0,-8 1 0,-1-2 0,-1 1 0,-2-1 0,-1 0 0,1-1 0,6 1 0,0-1 0,3-1 0,7 0 0,1 0 0,1 0 0,-2 0 0,1-1 0,1 1 0,4 0 0,1-1 0,1 1 0,0 0 0,1 0 0,2 1 0,-24-1 0,3 0 0,11 1 0,4 1 0,10 0 0,4 1 0,-26-2 0,29 2 0,34 1 0,13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5.61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21 16383,'99'3'0,"0"0"0,-31-1 0,1 0 0,0-1 0,29-1 0,0 0 0,-28 0 0,1 0 0,0 0 0,-3 0 0,1-1 0,-2 1 0,24-1 0,-1 0 0,-5 0 0,-1 0 0,-9 0 0,-4 0 0,-11 0 0,-5 1 0,27-1 0,-47-1 0,-21 2 0,27-2 0,9-1 0,25-2 0,-11 1 0,-11 0 0,-7 2 0,-5 1 0,-6 1 0,-10 0 0,-8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7.07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16383,'68'1'0,"-1"0"0,-3 0 0,-3 0 0,32-1 0,-8 0 0,-15-1 0,-28 1 0,-10-2 0,-15 2 0,5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7.72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812 1 16383,'-86'4'0,"15"0"0,42-2 0,8-1 0,-9 0 0,2 0 0,-16 0 0,4 0 0,-3 0 0,6 0 0,6 0 0,9 0 0,-5 0 0,-10 0 0,-16 0 0,-14-1 0,8 0 0,12 0 0,21 0 0,13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8.37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68 16383,'73'-9'0,"0"1"0,-3 0 0,-3 0 0,-14 1 0,-4 1 0,34-4 0,-19 5 0,-15 1 0,-9 3 0,-12 1 0,-6-1 0,-7 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9.00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292 0 16383,'-79'8'0,"13"-2"0,42-6 0,7 0 0,-14 2 0,12-2 0,-16 2 0,14-2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9.392"/>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15 16383,'58'3'0,"1"0"0,1-3 0,-2-1 0,-5-2 0,-5-1 0,11-3 0,-13 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40.06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16383,'0'0'0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40.20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6 16383,'79'0'0,"-11"-1"0,-43-1 0,-10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40.83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16383,'0'0'0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3.64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3650 434 16383,'-93'0'0,"-1"0"0,-4-1 0,-1 0 0,5-2 0,-1 1 0,25-1 0,-1 1 0,-1-1 0,-2 0 0,0 0 0,-1 0 0,-1 1 0,-1-1 0,1 1 0,2 0 0,0-1 0,1 1 0,3 0 0,1 0 0,1 1 0,-24-2 0,4 0 0,13 1 0,3 0 0,13 1 0,4 0 0,-27 0 0,39 2 0,23 1 0,61 1 0,20 0 0,-15-1 0,18 2 0,-21-4 0,-114-11 0,-41-4 0,57 11 0,-3 0 0,-29-5 0,-12-2 0,13 4 0,23 5 0,9 2 0,-21-1 0,36 1 0,33 0 0,84 5 0,-29-2 0,6-1 0,27 2 0,3-1 0,-18-1 0,-6-1 0,24 1 0,-61-4 0,-61-4 0,-45-4 0,0 1 0,16 2 0,0 1 0,-5-1 0,-6-1 0,-8 0 0,0 0 0,9 1 0,-25-1 0,14 3 0,-2 3 0,76 3 0,64 2 0,35 0 0,-12-1 0,9-1 0,-14 0 0,8 1 0,4-1 0,1 0 0,6 0 0,2-1 0,2 1 0,3-1 0,-7 1 0,2-1 0,2 1 0,0-1 0,-3 1 0,-4-1 0,-1 1 0,-1 0 0,-3-1 0,-2 1 0,4 0 0,-2-1 0,-6 1 0,-9 0 0,14 0 0,-37-2 0,-80-3 0,-47-3 0,-6-1 0,11 2 0,-5-2 0,-5 0 0,-6 0 0,5 1 0,-7-2 0,-5 1 0,0-1 0,0 1 0,6 0 0,-6 0 0,1 1 0,3-1 0,3 1 0,3 0 0,-3-1 0,2 1 0,7 1 0,13 1 0,-6 2 0,38 4 0,79 4 0,53 4 0,19 1 0,-12-1 0,-6-2 0,-2-2 0,7 2 0,-11-1 0,9 2 0,2-1 0,-6 0 0,-12-2 0,27 0 0,-26-3 0,-37-4 0,-82-5 0,-51-4 0,-3 1 0,22 1 0,-2 1 0,-4-1 0,-5 0 0,5 0 0,-7-1 0,-3 0 0,-1 0 0,2 1 0,3 0 0,-1 1 0,0 0 0,3 0 0,3 1 0,4 0 0,-23-2 0,6 0 0,15 3 0,9 2 0,33 3 0,89 7 0,38 1 0,-23-4 0,5 0 0,4 1 0,6 1 0,-7-3 0,-2-1 0,-11-3 0,-1 0 0,-103-7 0,-27-2 0,15 6 0,-3 0 0,-36-4 0,4 1 0,13 4 0,53 6 0,65 2 0,29-1 0,-22-2 0,5 1 0,19 0 0,12 0 0,-3-1 0,-15 0 0,-3-1 0,-1 1 0,24 0 0,-6 0 0,-22 0 0,-13 1 0,-26 0 0,-82 0 0,-41-1 0,18 1 0,-5 0 0,3 1 0,-7 0 0,8 1 0,1 0 0,14 4 0,8 9 0,95 2 0,33 3 0,13 0 0,16 1 0,6-1 0,-10-1 0,6-1 0,3 0 0,-2-1 0,-18-4 0,2 0 0,-1 0 0,-3-2 0,-3-1 0,25 3 0,-6-2 0,-13-3 0,-9-3 0,-33-4 0,-106-11 0,-53-7 0,40 5 0,-8-2 0,-5-1 0,-5 1 0,14 1 0,-6 0 0,-3 0 0,-1 0 0,2 0 0,3 1 0,-5-2 0,0 0 0,3 1 0,3 0 0,5 1 0,-24-3 0,7 2 0,20 2 0,2 4 0,147 8 0,43 1 0,-45-3 0,1-1 0,2 3 0,6 0 0,-17-2 0,-14-10 0,-127-9 0,13 5 0,-6 1 0,-6-1 0,0 1 0,11 2 0,8 3 0,-3 2 0,154 13 0,-32-6 0,5 1 0,26 2 0,-1-1 0,-25-1 0,-10-2 0,-9-2 0,-87-5 0,-24-2 0,-2 2 0,-1-2 0,7 2 0,32 5 0,71 3 0,22 1 0,-4 2 0,14-1 0,1-1 0,-8 0 0,-28-2 0,-12-1 0,-26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3.86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0 16383,'0'0'0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4.07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0 16383,'66'12'0,"-1"0"0,16 2 0,-36-6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5.29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 16383,'86'2'0,"0"-1"0,0 1 0,0 0 0,1 0 0,12 0 0,2 0 0,-8 0 0,-18 0 0,23-1 0,-47 0 0,-1-1 0,49 0 0,-1 0 0,-10 0 0,-11 0 0,-14 0 0,-5-1 0,-7 0 0,-17 0 0,-14 0 0,5 1 0,0 2 0,28 0 0,-8 1 0,-4-1 0,-14-1 0,-2 2 0,-3-2 0,14 2 0,-8-1 0,-5 0 0,3-2 0,-3 0 0,7 0 0,-3 0 0,-2 1 0,-1 2 0,7 1 0,0 1 0,-4-2 0,-1-1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6.34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3714 77 16383,'-73'-2'0,"0"1"0,0 0 0,-2 0 0,-1 0 0,-3 0 0,-11-1 0,-4 1 0,-4-1 0,10-1 0,-4 1 0,-2 0 0,-3-1 0,8 0 0,-3-1 0,-2 1 0,0-1 0,-1 1 0,11 0 0,-1 0 0,-1 0 0,0 0 0,1 0 0,1 1 0,-13-1 0,2 0 0,0 0 0,2 1 0,2 0 0,-9-1 0,3 2 0,2-1 0,6 1 0,-3 1 0,5 0 0,6 0 0,-10 0 0,10 0 0,27 0 0,6 0 0,-9 0 0,7 0 0,2 0 0,4 1 0,11 0 0,13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7.26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16383,'80'6'0,"-1"0"0,1 0 0,0-1 0,4 0 0,4-1 0,4 0 0,-3-1 0,4 0 0,3 0 0,2 0 0,1 0 0,-5 0 0,1-1 0,2 1 0,1 0 0,0-1 0,-1 1 0,0 0 0,1-1 0,0 1 0,-1 0 0,-3-1 0,-4 1 0,0-1 0,-2 1 0,-4-1 0,-3 1 0,-5-1 0,16 1 0,-7 1 0,-13-2 0,25 1 0,-70-3 0,-15 0 0,33 0 0,-7 0 0,31 0 0,-24 1 0,-11 0 0,-17 0 0,-9-1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8.11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3371 7 16383,'-98'0'0,"44"0"0,-2 0 0,-3 0 0,-4-1 0,-17 0 0,-6 0 0,18 0 0,-2 0 0,-2 1 0,-4-1 0,-2 0 0,-2 1 0,-8 0 0,-3 0 0,-1 0 0,18 0 0,-1 0 0,0 0 0,-2 0 0,-5 0 0,0 0 0,-2 0 0,1 0 0,0 0 0,0 0 0,0 0 0,1 0 0,5 0 0,2 0 0,0 0 0,1 0 0,-19 0 0,2 0 0,3 0 0,11 0 0,3 0 0,3 0 0,-24 0 0,7 0 0,24 0 0,7 0 0,-7 0 0,36 0 0,23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9.04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11 16383,'86'0'0,"0"0"0,10 1 0,3 0 0,-29 0 0,1-1 0,0 1 0,4 0 0,1 0 0,-1-1 0,1 1 0,-1-1 0,0 1 0,-5-1 0,-1 0 0,0 0 0,31 0 0,-2 0 0,-7 0 0,-3 0 0,-10-1 0,-5 1 0,-14-1 0,-5 0 0,22-1 0,-30 0 0,-21 1 0,-3 0 0,5 1 0,21 0 0,11 0 0,-3 0 0,-17 0 0,-18 0 0,4 0 0,0-1 0,3 1 0,5-3 0,-17 1 0,14 0 0,-5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09.89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2886 59 16383,'-85'-1'0,"0"1"0,9-2 0,-5 0 0,-4-1 0,12 0 0,-3 0 0,-2-1 0,-2 0 0,-11 0 0,-3 0 0,-2 0 0,2 0 0,1 1 0,-2-1 0,3 1 0,3 0 0,-10 1 0,4 0 0,6 0 0,-12 1 0,10 1 0,23-1 0,4 2 0,-1-1 0,-2 0 0,-7 0 0,-2 0 0,1 0 0,2 0 0,6 0 0,6 0 0,-14 0 0,42 0 0,17 0 0,-16 0 0,14 0 0,-20 0 0,16 0 0,-1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1.44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62 16383,'80'0'0,"0"-1"0,-3-1 0,6 1 0,5-1 0,-7 0 0,4-1 0,2 1 0,1 0 0,5-1 0,1 0 0,0 0 0,-2 0 0,-10 0 0,-1 0 0,-2 0 0,-7 0 0,32-1 0,-16 0 0,-5-1 0,-54 3 0,-18 2 0,28-2 0,-10 1 0,12-2 0,-25 2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2.13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1421 0 16383,'-77'7'0,"0"0"0,-12 0 0,-3 0 0,27-2 0,-2 0 0,-1 0 0,-4 0 0,-2-1 0,2 1 0,3-1 0,1 0 0,1 0 0,-20 1 0,5-1 0,14-2 0,5 0 0,-21-1 0,35-1 0,27 0 0,14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7.513"/>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945 1 16383,'-71'2'0,"21"0"0,0 0 0,-34 2 0,32-1 0,-1 0 0,0 0 0,1-1 0,-26 1 0,10-2 0,11-1 0,11 0 0,5 0 0,-2 0 0,-3 1 0,4 0 0,11 0 0,14-1 0,7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8.32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877 4 16383,'-50'-1'0,"-1"0"0,-48-1 0,30 2 0,-9 0 0,0 0 0,10 0 0,10 0 0,9 0 0,8 0 0,7 1 0,5 0 0,0 0 0,-2 0 0,0-1 0,4 0 0,0 0 0,0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9.112"/>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978 0 16383,'-88'0'0,"3"0"0,17 0 0,-7 1 0,-6 1 0,-5 1 0,4-1 0,5 0 0,15-2 0,10 1 0,12 1 0,9-2 0,11 1 0,-8-1 0,6 0 0,-11 0 0,7 1 0,4-1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19.82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773 1 16383,'-95'0'0,"12"0"0,22 1 0,8 1 0,6 0 0,6 1 0,11-1 0,10-1 0,-11-1 0,12 0 0,-12 0 0,3 0 0,-1 0 0,-16 0 0,1 0 0,3 0 0,8 0 0,11 0 0,2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0.212"/>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16383,'0'0'0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0.59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0.92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1.16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1.41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1.64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1.97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2.21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2.46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16383,'0'0'0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2.62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16383,'81'0'0,"-16"0"0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2.92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16383,'68'0'0,"-15"0"0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3.24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144 1 16383,'-80'4'0,"17"-1"0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3.52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16383,'0'0'0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3.79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120 0 16383,'-66'2'0,"13"0"0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4.01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 16383,'0'0'0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4.41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 16383,'75'0'0,"1"0"0,21 0 0,-52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6.76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1387 9 16383,'-53'0'0,"1"0"0,-7 0 0,-2 0 0,-1 0 0,-1 0 0,-4 1 0,-1 0 0,6 1 0,2 0 0,7 1 0,1-1 0,-41 1 0,7-2 0,0-1 0,-10 0 0,16 0 0,6 0 0,19-1 0,8-1 0,7 1 0,23 0 0,96-3 0,-22 2 0,3-1 0,-3 1 0,-11 0 0,-20 1 0,-7 0 0,25 1 0,5 0 0,33 0 0,-10-1 0,-3 0 0,-17 0 0,-20 0 0,-17 1 0,-9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29.54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0 16383,'68'3'0,"1"0"0,5 0 0,1-1 0,-6-1 0,-2 0 0,-2 0 0,-4-1 0,27 0 0,-37 0 0,-15 0 0,10 0 0,47 2 0,-26-1 0,4 1 0,8 0 0,0 0 0,-8-1 0,-6 1 0,20-1 0,-47-1 0,-27 0 0,35 0 0,-1 0 0,29 0 0,-27 0 0,-19 0 0,-13 1 0,13 2 0,50 3 0,-16-2 0,6 2 0,14-1 0,1 0 0,-5-1 0,-5 0 0,22 1 0,-48-5 0,-32 0 0,19 0 0,-4 0 0,20 0 0,-23 0 0,-10 0 0,14 0 0,-9 0 0,19 0 0,-11 1 0,-5 0 0,2 0 0,3 0 0,6-1 0,0 0 0,-5 0 0,-9-1 0,-4 1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0.27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3555 23 16383,'-56'1'0,"1"1"0,-5-2 0,0 0 0,7-3 0,0 0 0,-9 0 0,-3 0 0,-6 1 0,-3 0 0,-19 1 0,-4 0 0,27 1 0,-1 0 0,-4 0 0,-19 1 0,-4-1 0,-3 0 0,16 1 0,-1-1 0,-2 1 0,1 0 0,-1-1 0,0 1 0,-1 0 0,0-1 0,-6 0 0,-1 1 0,0-1 0,3-1 0,8 1 0,1-1 0,2 0 0,1 0 0,-19 0 0,1-1 0,4 0 0,12 1 0,3 0 0,5-1 0,-7 1 0,9 1 0,-14 0 0,49 0 0,22 0 0,9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1.02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16383,'90'2'0,"-1"1"0,-22-2 0,1 1 0,2 0 0,8 0 0,3-1 0,1 0 0,7 1 0,2-1 0,-2 0 0,-5-1 0,0 0 0,-4 0 0,23 0 0,-7-1 0,-29 0 0,-5 0 0,35 0 0,-48 1 0,3 0 0,15 0 0,4 0 0,14 0 0,2 0 0,7 0 0,-1 0 0,-6 0 0,-3 0 0,-16 0 0,-2 0 0,-3 0 0,-1 1 0,-6 0 0,-1 0 0,44 1 0,-38-1 0,-34-1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1.69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2907 0 16383,'-70'7'0,"-1"-1"0,1 1 0,-6-1 0,-1 0 0,-1-1 0,1-1 0,-1-1 0,-1 0 0,-5 0 0,-2-1 0,1 0 0,-1 0 0,0-1 0,0 0 0,-1-2 0,0 1 0,0-1 0,4 0 0,0 0 0,1-1 0,0-1 0,0 0 0,3 0 0,9 0 0,1 0 0,3 0 0,-18 0 0,5 0 0,14 0 0,5 0 0,-34 1 0,-5-1 0,0 1 0,12 1 0,29 1 0,31 0 0,18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2.52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 16383,'88'7'0,"0"0"0,-20-3 0,1 0 0,1-1 0,5 0 0,1 0 0,1-1 0,3 0 0,1-1 0,-2 0 0,-3 0 0,-1 0 0,-2-1 0,17 1 0,-4 0 0,-15-2 0,-4 1 0,-15-1 0,-2 1 0,6-1 0,2 0 0,15 1 0,7 1 0,-12-1 0,4 1 0,1 0 0,5-1 0,2 1 0,-3 0 0,22 0 0,-7-1 0,-25 0 0,-10 0 0,-4 0 0,-29 0 0,11 1 0,10 1 0,-4-1 0,-11 0 0,-13-1 0,8 0 0,6 3 0,19 3 0,-23-3 0,-1 2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3.293"/>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3586 88 16383,'-75'3'0,"-1"1"0,-11-1 0,-2 1 0,-5-2 0,-6 0 0,13-1 0,-5-1 0,-2 0 0,15 0 0,-1-1 0,-2-1 0,-1 1 0,-7-2 0,-2 0 0,0 0 0,1-1 0,2 0 0,0-1 0,1-1 0,2 1 0,9-1 0,0 0 0,3 0 0,2 0 0,-13-2 0,3 1 0,5 0 0,-14-1 0,7 1 0,16 3 0,5 2 0,-27 0 0,17 2 0,4 1 0,-3 0 0,-2 1 0,-6 1 0,-5 0 0,5-1 0,7 0 0,15 0 0,12 0 0,8 0 0,11 1 0,5-2 0,8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4.143"/>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 16383,'80'4'0,"0"-1"0,-11 1 0,4-1 0,1 0 0,6-1 0,1 1 0,3-1 0,12 2 0,3-1 0,0 1 0,0-1 0,-1 0 0,-3 0 0,-14 0 0,-3-1 0,-3-1 0,17 1 0,-9-1 0,-28-1 0,-7 0 0,10 0 0,-23 0 0,11-1 0,39 1 0,-16 1 0,8 1 0,17 1 0,4 1 0,2-1 0,-2 1 0,-13-1 0,-6-1 0,-24 0 0,-7-1 0,4-1 0,-34 0 0,-14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4.81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2957 89 16383,'-81'0'0,"0"0"0,-15 0 0,-5 0 0,22 0 0,-4 0 0,0-1 0,-8 1 0,-1-2 0,-1 1 0,-2-1 0,-1 0 0,1-1 0,6 1 0,0-1 0,3-1 0,7 0 0,1 0 0,1 0 0,-2 0 0,1-1 0,1 1 0,4 0 0,1-1 0,1 1 0,0 0 0,1 0 0,2 1 0,-24-1 0,3 0 0,11 1 0,4 1 0,10 0 0,4 1 0,-26-2 0,29 2 0,34 1 0,13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5.61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21 16383,'99'3'0,"0"0"0,-31-1 0,1 0 0,0-1 0,29-1 0,0 0 0,-28 0 0,1 0 0,0 0 0,-3 0 0,1-1 0,-2 1 0,24-1 0,-1 0 0,-5 0 0,-1 0 0,-9 0 0,-4 0 0,-11 0 0,-5 1 0,27-1 0,-47-1 0,-21 2 0,27-2 0,9-1 0,25-2 0,-11 1 0,-11 0 0,-7 2 0,-5 1 0,-6 1 0,-10 0 0,-8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7.07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1 16383,'68'1'0,"-1"0"0,-3 0 0,-3 0 0,32-1 0,-8 0 0,-15-1 0,-28 1 0,-10-2 0,-15 2 0,5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7.72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812 1 16383,'-86'4'0,"15"0"0,42-2 0,8-1 0,-9 0 0,2 0 0,-16 0 0,4 0 0,-3 0 0,6 0 0,6 0 0,9 0 0,-5 0 0,-10 0 0,-16 0 0,-14-1 0,8 0 0,12 0 0,21 0 0,13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8.37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68 16383,'73'-9'0,"0"1"0,-3 0 0,-3 0 0,-14 1 0,-4 1 0,34-4 0,-19 5 0,-15 1 0,-9 3 0,-12 1 0,-6-1 0,-7 1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9.00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292 0 16383,'-79'8'0,"13"-2"0,42-6 0,7 0 0,-14 2 0,12-2 0,-16 2 0,14-2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39.392"/>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15 16383,'58'3'0,"1"0"0,1-3 0,-2-1 0,-5-2 0,-5-1 0,11-3 0,-13 2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40.06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16383,'0'0'0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40.20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6 16383,'79'0'0,"-11"-1"0,-43-1 0,-10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16T19:13:40.83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 0 16383,'0'0'0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89E245-271D-FD48-BFBB-D05CACE4EE11}" type="datetimeFigureOut">
              <a:rPr lang="en-US" smtClean="0"/>
              <a:t>12/19/25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2181B-723A-0945-8D8D-6A6BB0D8F5A6}" type="slidenum">
              <a:rPr lang="en-US" smtClean="0"/>
              <a:t>‹#›</a:t>
            </a:fld>
            <a:endParaRPr lang="en-US"/>
          </a:p>
        </p:txBody>
      </p:sp>
    </p:spTree>
    <p:extLst>
      <p:ext uri="{BB962C8B-B14F-4D97-AF65-F5344CB8AC3E}">
        <p14:creationId xmlns:p14="http://schemas.microsoft.com/office/powerpoint/2010/main" val="824386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mj-lt"/>
              <a:buAutoNum type="arabicPeriod"/>
            </a:pPr>
            <a:r>
              <a:rPr lang="en-US" sz="1600" dirty="0">
                <a:latin typeface="Helvetica Neue" panose="02000503000000020004" pitchFamily="2" charset="0"/>
                <a:ea typeface="Helvetica Neue" panose="02000503000000020004" pitchFamily="2" charset="0"/>
                <a:cs typeface="Helvetica Neue" panose="02000503000000020004" pitchFamily="2" charset="0"/>
              </a:rPr>
              <a:t>How do we quantify, measure and interpret the degree spatial dependence “globally” and “locally”?</a:t>
            </a:r>
          </a:p>
          <a:p>
            <a:pPr lvl="1">
              <a:buFont typeface="Wingdings" pitchFamily="2" charset="2"/>
              <a:buChar char="§"/>
            </a:pPr>
            <a:r>
              <a:rPr lang="en-US" sz="1200" dirty="0">
                <a:latin typeface="Helvetica Neue" panose="02000503000000020004" pitchFamily="2" charset="0"/>
                <a:ea typeface="Helvetica Neue" panose="02000503000000020004" pitchFamily="2" charset="0"/>
                <a:cs typeface="Helvetica Neue" panose="02000503000000020004" pitchFamily="2" charset="0"/>
              </a:rPr>
              <a:t>Global Moran’s I statistic</a:t>
            </a:r>
          </a:p>
          <a:p>
            <a:pPr lvl="1">
              <a:buFont typeface="Wingdings" pitchFamily="2" charset="2"/>
              <a:buChar char="§"/>
            </a:pPr>
            <a:r>
              <a:rPr lang="en-US" sz="1200" dirty="0">
                <a:latin typeface="Helvetica Neue" panose="02000503000000020004" pitchFamily="2" charset="0"/>
                <a:ea typeface="Helvetica Neue" panose="02000503000000020004" pitchFamily="2" charset="0"/>
                <a:cs typeface="Helvetica Neue" panose="02000503000000020004" pitchFamily="2" charset="0"/>
              </a:rPr>
              <a:t>Local Indicators of Spatial Association (LISA)</a:t>
            </a:r>
          </a:p>
          <a:p>
            <a:pPr marL="457200" indent="-457200">
              <a:buFont typeface="+mj-lt"/>
              <a:buAutoNum type="arabicPeriod"/>
            </a:pPr>
            <a:r>
              <a:rPr lang="en-US" sz="1600" dirty="0">
                <a:latin typeface="Helvetica Neue" panose="02000503000000020004" pitchFamily="2" charset="0"/>
                <a:ea typeface="Helvetica Neue" panose="02000503000000020004" pitchFamily="2" charset="0"/>
                <a:cs typeface="Helvetica Neue" panose="02000503000000020004" pitchFamily="2" charset="0"/>
              </a:rPr>
              <a:t>Tips on making statistical inference &amp; interpretation of the results churned from methods highlighted in Point 4</a:t>
            </a:r>
          </a:p>
          <a:p>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1</a:t>
            </a:fld>
            <a:endParaRPr lang="en-US"/>
          </a:p>
        </p:txBody>
      </p:sp>
    </p:spTree>
    <p:extLst>
      <p:ext uri="{BB962C8B-B14F-4D97-AF65-F5344CB8AC3E}">
        <p14:creationId xmlns:p14="http://schemas.microsoft.com/office/powerpoint/2010/main" val="1234496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are examining spatial autocorrelation – these location-specific</a:t>
            </a:r>
          </a:p>
        </p:txBody>
      </p:sp>
      <p:sp>
        <p:nvSpPr>
          <p:cNvPr id="4" name="Slide Number Placeholder 3"/>
          <p:cNvSpPr>
            <a:spLocks noGrp="1"/>
          </p:cNvSpPr>
          <p:nvPr>
            <p:ph type="sldNum" sz="quarter" idx="5"/>
          </p:nvPr>
        </p:nvSpPr>
        <p:spPr/>
        <p:txBody>
          <a:bodyPr/>
          <a:lstStyle/>
          <a:p>
            <a:fld id="{7A62181B-723A-0945-8D8D-6A6BB0D8F5A6}" type="slidenum">
              <a:rPr lang="en-US" smtClean="0"/>
              <a:t>2</a:t>
            </a:fld>
            <a:endParaRPr lang="en-US"/>
          </a:p>
        </p:txBody>
      </p:sp>
    </p:spTree>
    <p:extLst>
      <p:ext uri="{BB962C8B-B14F-4D97-AF65-F5344CB8AC3E}">
        <p14:creationId xmlns:p14="http://schemas.microsoft.com/office/powerpoint/2010/main" val="1828476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3</a:t>
            </a:fld>
            <a:endParaRPr lang="en-US"/>
          </a:p>
        </p:txBody>
      </p:sp>
    </p:spTree>
    <p:extLst>
      <p:ext uri="{BB962C8B-B14F-4D97-AF65-F5344CB8AC3E}">
        <p14:creationId xmlns:p14="http://schemas.microsoft.com/office/powerpoint/2010/main" val="2403191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4</a:t>
            </a:fld>
            <a:endParaRPr lang="en-US"/>
          </a:p>
        </p:txBody>
      </p:sp>
    </p:spTree>
    <p:extLst>
      <p:ext uri="{BB962C8B-B14F-4D97-AF65-F5344CB8AC3E}">
        <p14:creationId xmlns:p14="http://schemas.microsoft.com/office/powerpoint/2010/main" val="80435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Suppose, the image on my right side was true – we would…</a:t>
            </a:r>
          </a:p>
        </p:txBody>
      </p:sp>
      <p:sp>
        <p:nvSpPr>
          <p:cNvPr id="4" name="Slide Number Placeholder 3"/>
          <p:cNvSpPr>
            <a:spLocks noGrp="1"/>
          </p:cNvSpPr>
          <p:nvPr>
            <p:ph type="sldNum" sz="quarter" idx="5"/>
          </p:nvPr>
        </p:nvSpPr>
        <p:spPr/>
        <p:txBody>
          <a:bodyPr/>
          <a:lstStyle/>
          <a:p>
            <a:fld id="{7A62181B-723A-0945-8D8D-6A6BB0D8F5A6}" type="slidenum">
              <a:rPr lang="en-US" smtClean="0"/>
              <a:t>5</a:t>
            </a:fld>
            <a:endParaRPr lang="en-US"/>
          </a:p>
        </p:txBody>
      </p:sp>
    </p:spTree>
    <p:extLst>
      <p:ext uri="{BB962C8B-B14F-4D97-AF65-F5344CB8AC3E}">
        <p14:creationId xmlns:p14="http://schemas.microsoft.com/office/powerpoint/2010/main" val="2436854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Suppose, the image here was true – we would…</a:t>
            </a:r>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6</a:t>
            </a:fld>
            <a:endParaRPr lang="en-US"/>
          </a:p>
        </p:txBody>
      </p:sp>
    </p:spTree>
    <p:extLst>
      <p:ext uri="{BB962C8B-B14F-4D97-AF65-F5344CB8AC3E}">
        <p14:creationId xmlns:p14="http://schemas.microsoft.com/office/powerpoint/2010/main" val="3940893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7</a:t>
            </a:fld>
            <a:endParaRPr lang="en-US"/>
          </a:p>
        </p:txBody>
      </p:sp>
    </p:spTree>
    <p:extLst>
      <p:ext uri="{BB962C8B-B14F-4D97-AF65-F5344CB8AC3E}">
        <p14:creationId xmlns:p14="http://schemas.microsoft.com/office/powerpoint/2010/main" val="3459052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LISA’s are slightly different because these are scores. So, these are not bounded between -1 to +1</a:t>
            </a:r>
          </a:p>
        </p:txBody>
      </p:sp>
      <p:sp>
        <p:nvSpPr>
          <p:cNvPr id="4" name="Slide Number Placeholder 3"/>
          <p:cNvSpPr>
            <a:spLocks noGrp="1"/>
          </p:cNvSpPr>
          <p:nvPr>
            <p:ph type="sldNum" sz="quarter" idx="5"/>
          </p:nvPr>
        </p:nvSpPr>
        <p:spPr/>
        <p:txBody>
          <a:bodyPr/>
          <a:lstStyle/>
          <a:p>
            <a:fld id="{7A62181B-723A-0945-8D8D-6A6BB0D8F5A6}" type="slidenum">
              <a:rPr lang="en-US" smtClean="0"/>
              <a:t>8</a:t>
            </a:fld>
            <a:endParaRPr lang="en-US"/>
          </a:p>
        </p:txBody>
      </p:sp>
    </p:spTree>
    <p:extLst>
      <p:ext uri="{BB962C8B-B14F-4D97-AF65-F5344CB8AC3E}">
        <p14:creationId xmlns:p14="http://schemas.microsoft.com/office/powerpoint/2010/main" val="2196743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HH: </a:t>
            </a:r>
            <a:r>
              <a:rPr lang="en-GB" b="0" i="0" u="none" strike="noStrike" dirty="0">
                <a:solidFill>
                  <a:srgbClr val="000000"/>
                </a:solidFill>
                <a:effectLst/>
                <a:latin typeface="-webkit-standard"/>
              </a:rPr>
              <a:t>A location with a high value is surrounded by neighbours with high values. This indicates a spatial cluster of high values (positive spatial autocorrelation). </a:t>
            </a:r>
            <a:r>
              <a:rPr lang="en-GB" b="1" i="0" u="none" strike="noStrike" dirty="0">
                <a:solidFill>
                  <a:srgbClr val="000000"/>
                </a:solidFill>
                <a:effectLst/>
              </a:rPr>
              <a:t>Interpretation</a:t>
            </a:r>
            <a:r>
              <a:rPr lang="en-GB" b="0" i="0" u="none" strike="noStrike" dirty="0">
                <a:solidFill>
                  <a:srgbClr val="000000"/>
                </a:solidFill>
                <a:effectLst/>
                <a:latin typeface="-webkit-standard"/>
              </a:rPr>
              <a:t>: It can be seen as a "hot spot.”</a:t>
            </a:r>
          </a:p>
          <a:p>
            <a:r>
              <a:rPr lang="en-GB" b="0" i="0" u="none" strike="noStrike" dirty="0">
                <a:solidFill>
                  <a:srgbClr val="000000"/>
                </a:solidFill>
                <a:effectLst/>
                <a:latin typeface="-webkit-standard"/>
              </a:rPr>
              <a:t>LL: A location with a low value is surrounded by neighbours with low values. This indicates a spatial cluster of low values (positive spatial autocorrelation). </a:t>
            </a:r>
            <a:r>
              <a:rPr lang="en-GB" b="1" i="0" u="none" strike="noStrike" dirty="0">
                <a:solidFill>
                  <a:srgbClr val="000000"/>
                </a:solidFill>
                <a:effectLst/>
              </a:rPr>
              <a:t>Interpretation</a:t>
            </a:r>
            <a:r>
              <a:rPr lang="en-GB" b="0" i="0" u="none" strike="noStrike" dirty="0">
                <a:solidFill>
                  <a:srgbClr val="000000"/>
                </a:solidFill>
                <a:effectLst/>
                <a:latin typeface="-webkit-standard"/>
              </a:rPr>
              <a:t>: It can be seen as a "cold spot.”</a:t>
            </a:r>
          </a:p>
          <a:p>
            <a:endParaRPr lang="en-GB" b="0" i="0" u="none" strike="noStrike" dirty="0">
              <a:solidFill>
                <a:srgbClr val="000000"/>
              </a:solidFill>
              <a:effectLst/>
              <a:latin typeface="-webkit-standard"/>
            </a:endParaRPr>
          </a:p>
          <a:p>
            <a:r>
              <a:rPr lang="en-GB" b="0" i="0" u="none" strike="noStrike" dirty="0">
                <a:solidFill>
                  <a:srgbClr val="000000"/>
                </a:solidFill>
                <a:effectLst/>
                <a:latin typeface="-webkit-standard"/>
              </a:rPr>
              <a:t>HL: A location with a high value is surrounded by neighbours with low values. This indicates a spatial outlier (negative spatial autocorrelation). </a:t>
            </a:r>
            <a:r>
              <a:rPr lang="en-GB" b="1" i="0" u="none" strike="noStrike" dirty="0">
                <a:solidFill>
                  <a:srgbClr val="000000"/>
                </a:solidFill>
                <a:effectLst/>
              </a:rPr>
              <a:t>Interpretation</a:t>
            </a:r>
            <a:r>
              <a:rPr lang="en-GB" b="0" i="0" u="none" strike="noStrike" dirty="0">
                <a:solidFill>
                  <a:srgbClr val="000000"/>
                </a:solidFill>
                <a:effectLst/>
                <a:latin typeface="-webkit-standard"/>
              </a:rPr>
              <a:t>: The location deviates from its </a:t>
            </a:r>
            <a:r>
              <a:rPr lang="en-GB" b="0" i="0" u="none" strike="noStrike" dirty="0" err="1">
                <a:solidFill>
                  <a:srgbClr val="000000"/>
                </a:solidFill>
                <a:effectLst/>
                <a:latin typeface="-webkit-standard"/>
              </a:rPr>
              <a:t>neighbors</a:t>
            </a:r>
            <a:r>
              <a:rPr lang="en-GB" b="0" i="0" u="none" strike="noStrike" dirty="0">
                <a:solidFill>
                  <a:srgbClr val="000000"/>
                </a:solidFill>
                <a:effectLst/>
                <a:latin typeface="-webkit-standard"/>
              </a:rPr>
              <a:t>, creating a potential anomaly.</a:t>
            </a:r>
          </a:p>
          <a:p>
            <a:r>
              <a:rPr lang="en-GB" b="0" i="0" u="none" strike="noStrike" dirty="0">
                <a:solidFill>
                  <a:srgbClr val="000000"/>
                </a:solidFill>
                <a:effectLst/>
                <a:latin typeface="-webkit-standard"/>
              </a:rPr>
              <a:t>LH: A location with a low value is surrounded by neighbours with high values. This also indicates a spatial outlier (negative spatial autocorrelation). </a:t>
            </a:r>
            <a:r>
              <a:rPr lang="en-GB" b="1" i="0" u="none" strike="noStrike" dirty="0">
                <a:solidFill>
                  <a:srgbClr val="000000"/>
                </a:solidFill>
                <a:effectLst/>
              </a:rPr>
              <a:t>Interpretation</a:t>
            </a:r>
            <a:r>
              <a:rPr lang="en-GB" b="0" i="0" u="none" strike="noStrike" dirty="0">
                <a:solidFill>
                  <a:srgbClr val="000000"/>
                </a:solidFill>
                <a:effectLst/>
                <a:latin typeface="-webkit-standard"/>
              </a:rPr>
              <a:t>: Like HL, this suggests the location behaves differently compared to its surroundings.</a:t>
            </a:r>
          </a:p>
          <a:p>
            <a:endParaRPr lang="en-GB" b="0" i="0" u="none" strike="noStrike" dirty="0">
              <a:solidFill>
                <a:srgbClr val="000000"/>
              </a:solidFill>
              <a:effectLst/>
              <a:latin typeface="-webkit-standard"/>
            </a:endParaRPr>
          </a:p>
          <a:p>
            <a:r>
              <a:rPr lang="en-GB" b="0" i="0" u="none" strike="noStrike" dirty="0">
                <a:solidFill>
                  <a:srgbClr val="000000"/>
                </a:solidFill>
                <a:effectLst/>
                <a:latin typeface="-webkit-standard"/>
              </a:rPr>
              <a:t>Overall mean qualification, Spatial-lag mean (direct neighbours)</a:t>
            </a:r>
            <a:endParaRPr lang="en-US" dirty="0"/>
          </a:p>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9</a:t>
            </a:fld>
            <a:endParaRPr lang="en-US"/>
          </a:p>
        </p:txBody>
      </p:sp>
    </p:spTree>
    <p:extLst>
      <p:ext uri="{BB962C8B-B14F-4D97-AF65-F5344CB8AC3E}">
        <p14:creationId xmlns:p14="http://schemas.microsoft.com/office/powerpoint/2010/main" val="2737477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HH: </a:t>
            </a:r>
            <a:r>
              <a:rPr lang="en-GB" b="0" i="0" u="none" strike="noStrike" dirty="0">
                <a:solidFill>
                  <a:srgbClr val="000000"/>
                </a:solidFill>
                <a:effectLst/>
                <a:latin typeface="-webkit-standard"/>
              </a:rPr>
              <a:t>A location with a high value is surrounded by neighbours with high values. This indicates a spatial cluster of high values (positive spatial autocorrelation). </a:t>
            </a:r>
            <a:r>
              <a:rPr lang="en-GB" b="1" i="0" u="none" strike="noStrike" dirty="0">
                <a:solidFill>
                  <a:srgbClr val="000000"/>
                </a:solidFill>
                <a:effectLst/>
              </a:rPr>
              <a:t>Interpretation</a:t>
            </a:r>
            <a:r>
              <a:rPr lang="en-GB" b="0" i="0" u="none" strike="noStrike" dirty="0">
                <a:solidFill>
                  <a:srgbClr val="000000"/>
                </a:solidFill>
                <a:effectLst/>
                <a:latin typeface="-webkit-standard"/>
              </a:rPr>
              <a:t>: It can be seen as a "hot spot.”</a:t>
            </a:r>
          </a:p>
          <a:p>
            <a:r>
              <a:rPr lang="en-GB" b="0" i="0" u="none" strike="noStrike" dirty="0">
                <a:solidFill>
                  <a:srgbClr val="000000"/>
                </a:solidFill>
                <a:effectLst/>
                <a:latin typeface="-webkit-standard"/>
              </a:rPr>
              <a:t>LL: A location with a low value is surrounded by neighbours with low values. This indicates a spatial cluster of low values (positive spatial autocorrelation). </a:t>
            </a:r>
            <a:r>
              <a:rPr lang="en-GB" b="1" i="0" u="none" strike="noStrike" dirty="0">
                <a:solidFill>
                  <a:srgbClr val="000000"/>
                </a:solidFill>
                <a:effectLst/>
              </a:rPr>
              <a:t>Interpretation</a:t>
            </a:r>
            <a:r>
              <a:rPr lang="en-GB" b="0" i="0" u="none" strike="noStrike" dirty="0">
                <a:solidFill>
                  <a:srgbClr val="000000"/>
                </a:solidFill>
                <a:effectLst/>
                <a:latin typeface="-webkit-standard"/>
              </a:rPr>
              <a:t>: It can be seen as a "cold spot.”</a:t>
            </a:r>
          </a:p>
          <a:p>
            <a:endParaRPr lang="en-GB" b="0" i="0" u="none" strike="noStrike" dirty="0">
              <a:solidFill>
                <a:srgbClr val="000000"/>
              </a:solidFill>
              <a:effectLst/>
              <a:latin typeface="-webkit-standard"/>
            </a:endParaRPr>
          </a:p>
          <a:p>
            <a:r>
              <a:rPr lang="en-GB" b="0" i="0" u="none" strike="noStrike" dirty="0">
                <a:solidFill>
                  <a:srgbClr val="000000"/>
                </a:solidFill>
                <a:effectLst/>
                <a:latin typeface="-webkit-standard"/>
              </a:rPr>
              <a:t>HL: A location with a high value is surrounded by neighbours with low values. This indicates a spatial outlier (negative spatial autocorrelation). </a:t>
            </a:r>
            <a:r>
              <a:rPr lang="en-GB" b="1" i="0" u="none" strike="noStrike" dirty="0">
                <a:solidFill>
                  <a:srgbClr val="000000"/>
                </a:solidFill>
                <a:effectLst/>
              </a:rPr>
              <a:t>Interpretation</a:t>
            </a:r>
            <a:r>
              <a:rPr lang="en-GB" b="0" i="0" u="none" strike="noStrike" dirty="0">
                <a:solidFill>
                  <a:srgbClr val="000000"/>
                </a:solidFill>
                <a:effectLst/>
                <a:latin typeface="-webkit-standard"/>
              </a:rPr>
              <a:t>: The location deviates from its </a:t>
            </a:r>
            <a:r>
              <a:rPr lang="en-GB" b="0" i="0" u="none" strike="noStrike" dirty="0" err="1">
                <a:solidFill>
                  <a:srgbClr val="000000"/>
                </a:solidFill>
                <a:effectLst/>
                <a:latin typeface="-webkit-standard"/>
              </a:rPr>
              <a:t>neighbors</a:t>
            </a:r>
            <a:r>
              <a:rPr lang="en-GB" b="0" i="0" u="none" strike="noStrike" dirty="0">
                <a:solidFill>
                  <a:srgbClr val="000000"/>
                </a:solidFill>
                <a:effectLst/>
                <a:latin typeface="-webkit-standard"/>
              </a:rPr>
              <a:t>, creating a potential anomaly.</a:t>
            </a:r>
          </a:p>
          <a:p>
            <a:r>
              <a:rPr lang="en-GB" b="0" i="0" u="none" strike="noStrike" dirty="0">
                <a:solidFill>
                  <a:srgbClr val="000000"/>
                </a:solidFill>
                <a:effectLst/>
                <a:latin typeface="-webkit-standard"/>
              </a:rPr>
              <a:t>LH: A location with a low value is surrounded by neighbours with high values. This also indicates a spatial outlier (negative spatial autocorrelation). </a:t>
            </a:r>
            <a:r>
              <a:rPr lang="en-GB" b="1" i="0" u="none" strike="noStrike" dirty="0">
                <a:solidFill>
                  <a:srgbClr val="000000"/>
                </a:solidFill>
                <a:effectLst/>
              </a:rPr>
              <a:t>Interpretation</a:t>
            </a:r>
            <a:r>
              <a:rPr lang="en-GB" b="0" i="0" u="none" strike="noStrike" dirty="0">
                <a:solidFill>
                  <a:srgbClr val="000000"/>
                </a:solidFill>
                <a:effectLst/>
                <a:latin typeface="-webkit-standard"/>
              </a:rPr>
              <a:t>: Like HL, this suggests the location behaves differently compared to its surroundings.</a:t>
            </a:r>
          </a:p>
          <a:p>
            <a:endParaRPr lang="en-GB" b="0" i="0" u="none" strike="noStrike" dirty="0">
              <a:solidFill>
                <a:srgbClr val="000000"/>
              </a:solidFill>
              <a:effectLst/>
              <a:latin typeface="-webkit-standard"/>
            </a:endParaRPr>
          </a:p>
          <a:p>
            <a:r>
              <a:rPr lang="en-GB" b="0" i="0" u="none" strike="noStrike" dirty="0">
                <a:solidFill>
                  <a:srgbClr val="000000"/>
                </a:solidFill>
                <a:effectLst/>
                <a:latin typeface="-webkit-standard"/>
              </a:rPr>
              <a:t>Overall mean qualification, Spatial-lag mean (direct neighbours)</a:t>
            </a:r>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10</a:t>
            </a:fld>
            <a:endParaRPr lang="en-US"/>
          </a:p>
        </p:txBody>
      </p:sp>
    </p:spTree>
    <p:extLst>
      <p:ext uri="{BB962C8B-B14F-4D97-AF65-F5344CB8AC3E}">
        <p14:creationId xmlns:p14="http://schemas.microsoft.com/office/powerpoint/2010/main" val="3052545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723556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761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12/19/25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304417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12/19/25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836223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12/19/25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2072458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12/19/25</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764637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12/19/25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518894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12/19/25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916052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12/19/25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776337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12/19/25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9382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12/19/25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688068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0507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12/19/25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3416004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4937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12/19/25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054571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12/19/25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981575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12/19/25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20394450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12/19/25</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663815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12/19/25</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5558549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12/19/25</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7007003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12/19/25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20183661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12/19/25</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0277580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49376"/>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12/19/25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318674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12/19/25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289163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1951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11275948" y="6373870"/>
            <a:ext cx="540000" cy="144000"/>
          </a:xfrm>
          <a:prstGeom prst="rect">
            <a:avLst/>
          </a:prstGeom>
        </p:spPr>
        <p:txBody>
          <a:bodyPr vert="horz" lIns="0" tIns="0" rIns="0" bIns="0" rtlCol="0" anchor="b" anchorCtr="0">
            <a:noAutofit/>
          </a:bodyPr>
          <a:lstStyle>
            <a:lvl1pPr algn="r">
              <a:defRPr sz="1000" b="1">
                <a:solidFill>
                  <a:schemeClr val="tx1"/>
                </a:solidFill>
              </a:defRPr>
            </a:lvl1pPr>
          </a:lstStyle>
          <a:p>
            <a:fld id="{0B868178-02AE-42FC-958D-6B8F13B60175}" type="slidenum">
              <a:rPr lang="en-GB" smtClean="0"/>
              <a:pPr/>
              <a:t>‹#›</a:t>
            </a:fld>
            <a:endParaRPr lang="en-GB" dirty="0"/>
          </a:p>
        </p:txBody>
      </p:sp>
      <p:cxnSp>
        <p:nvCxnSpPr>
          <p:cNvPr id="8" name="Straight Connector 7"/>
          <p:cNvCxnSpPr/>
          <p:nvPr userDrawn="1"/>
        </p:nvCxnSpPr>
        <p:spPr>
          <a:xfrm>
            <a:off x="443876" y="6366670"/>
            <a:ext cx="1137207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1271508" y="6382660"/>
            <a:ext cx="6552728" cy="400110"/>
          </a:xfrm>
          <a:prstGeom prst="rect">
            <a:avLst/>
          </a:prstGeom>
        </p:spPr>
        <p:txBody>
          <a:bodyPr wrap="square">
            <a:spAutoFit/>
          </a:bodyPr>
          <a:lstStyle/>
          <a:p>
            <a:r>
              <a:rPr lang="en-GB" sz="1000" dirty="0"/>
              <a:t>Anwar Musah</a:t>
            </a:r>
          </a:p>
          <a:p>
            <a:r>
              <a:rPr lang="en-GB" sz="1000" baseline="0" dirty="0"/>
              <a:t>Department of Geography | University College London</a:t>
            </a:r>
            <a:endParaRPr lang="en-GB" sz="1000" dirty="0"/>
          </a:p>
        </p:txBody>
      </p:sp>
      <p:sp>
        <p:nvSpPr>
          <p:cNvPr id="10" name="Rectangle 9"/>
          <p:cNvSpPr/>
          <p:nvPr userDrawn="1"/>
        </p:nvSpPr>
        <p:spPr>
          <a:xfrm>
            <a:off x="407412" y="6382660"/>
            <a:ext cx="809837" cy="246221"/>
          </a:xfrm>
          <a:prstGeom prst="rect">
            <a:avLst/>
          </a:prstGeom>
        </p:spPr>
        <p:txBody>
          <a:bodyPr wrap="none">
            <a:spAutoFit/>
          </a:bodyPr>
          <a:lstStyle/>
          <a:p>
            <a:r>
              <a:rPr lang="en-US" sz="1000" dirty="0"/>
              <a:t>26/09/2022</a:t>
            </a:r>
            <a:endParaRPr lang="en-GB" sz="1000" dirty="0"/>
          </a:p>
        </p:txBody>
      </p:sp>
      <p:grpSp>
        <p:nvGrpSpPr>
          <p:cNvPr id="6" name="Group 5">
            <a:extLst>
              <a:ext uri="{FF2B5EF4-FFF2-40B4-BE49-F238E27FC236}">
                <a16:creationId xmlns:a16="http://schemas.microsoft.com/office/drawing/2014/main" id="{7BDAA3BF-490B-F04A-A2CB-E621585C9A06}"/>
              </a:ext>
            </a:extLst>
          </p:cNvPr>
          <p:cNvGrpSpPr/>
          <p:nvPr userDrawn="1"/>
        </p:nvGrpSpPr>
        <p:grpSpPr>
          <a:xfrm>
            <a:off x="0" y="-2117"/>
            <a:ext cx="12192000" cy="988484"/>
            <a:chOff x="0" y="-1588"/>
            <a:chExt cx="9144000" cy="741363"/>
          </a:xfrm>
          <a:solidFill>
            <a:srgbClr val="D6D2C4"/>
          </a:solidFill>
        </p:grpSpPr>
        <p:sp>
          <p:nvSpPr>
            <p:cNvPr id="11" name="Freeform 5">
              <a:extLst>
                <a:ext uri="{FF2B5EF4-FFF2-40B4-BE49-F238E27FC236}">
                  <a16:creationId xmlns:a16="http://schemas.microsoft.com/office/drawing/2014/main" id="{B61271D3-7DDF-6F43-BB50-A40EB80AAFC3}"/>
                </a:ext>
              </a:extLst>
            </p:cNvPr>
            <p:cNvSpPr>
              <a:spLocks/>
            </p:cNvSpPr>
            <p:nvPr/>
          </p:nvSpPr>
          <p:spPr bwMode="auto">
            <a:xfrm>
              <a:off x="0" y="-1588"/>
              <a:ext cx="9144000" cy="741363"/>
            </a:xfrm>
            <a:custGeom>
              <a:avLst/>
              <a:gdLst>
                <a:gd name="T0" fmla="*/ 0 w 1123"/>
                <a:gd name="T1" fmla="*/ 0 h 90"/>
                <a:gd name="T2" fmla="*/ 0 w 1123"/>
                <a:gd name="T3" fmla="*/ 90 h 90"/>
                <a:gd name="T4" fmla="*/ 957 w 1123"/>
                <a:gd name="T5" fmla="*/ 90 h 90"/>
                <a:gd name="T6" fmla="*/ 955 w 1123"/>
                <a:gd name="T7" fmla="*/ 89 h 90"/>
                <a:gd name="T8" fmla="*/ 949 w 1123"/>
                <a:gd name="T9" fmla="*/ 73 h 90"/>
                <a:gd name="T10" fmla="*/ 949 w 1123"/>
                <a:gd name="T11" fmla="*/ 43 h 90"/>
                <a:gd name="T12" fmla="*/ 966 w 1123"/>
                <a:gd name="T13" fmla="*/ 43 h 90"/>
                <a:gd name="T14" fmla="*/ 966 w 1123"/>
                <a:gd name="T15" fmla="*/ 74 h 90"/>
                <a:gd name="T16" fmla="*/ 967 w 1123"/>
                <a:gd name="T17" fmla="*/ 80 h 90"/>
                <a:gd name="T18" fmla="*/ 973 w 1123"/>
                <a:gd name="T19" fmla="*/ 82 h 90"/>
                <a:gd name="T20" fmla="*/ 978 w 1123"/>
                <a:gd name="T21" fmla="*/ 80 h 90"/>
                <a:gd name="T22" fmla="*/ 980 w 1123"/>
                <a:gd name="T23" fmla="*/ 74 h 90"/>
                <a:gd name="T24" fmla="*/ 980 w 1123"/>
                <a:gd name="T25" fmla="*/ 43 h 90"/>
                <a:gd name="T26" fmla="*/ 996 w 1123"/>
                <a:gd name="T27" fmla="*/ 43 h 90"/>
                <a:gd name="T28" fmla="*/ 996 w 1123"/>
                <a:gd name="T29" fmla="*/ 70 h 90"/>
                <a:gd name="T30" fmla="*/ 990 w 1123"/>
                <a:gd name="T31" fmla="*/ 89 h 90"/>
                <a:gd name="T32" fmla="*/ 988 w 1123"/>
                <a:gd name="T33" fmla="*/ 90 h 90"/>
                <a:gd name="T34" fmla="*/ 1012 w 1123"/>
                <a:gd name="T35" fmla="*/ 90 h 90"/>
                <a:gd name="T36" fmla="*/ 1002 w 1123"/>
                <a:gd name="T37" fmla="*/ 68 h 90"/>
                <a:gd name="T38" fmla="*/ 1028 w 1123"/>
                <a:gd name="T39" fmla="*/ 41 h 90"/>
                <a:gd name="T40" fmla="*/ 1048 w 1123"/>
                <a:gd name="T41" fmla="*/ 49 h 90"/>
                <a:gd name="T42" fmla="*/ 1052 w 1123"/>
                <a:gd name="T43" fmla="*/ 55 h 90"/>
                <a:gd name="T44" fmla="*/ 1039 w 1123"/>
                <a:gd name="T45" fmla="*/ 62 h 90"/>
                <a:gd name="T46" fmla="*/ 1028 w 1123"/>
                <a:gd name="T47" fmla="*/ 53 h 90"/>
                <a:gd name="T48" fmla="*/ 1022 w 1123"/>
                <a:gd name="T49" fmla="*/ 56 h 90"/>
                <a:gd name="T50" fmla="*/ 1018 w 1123"/>
                <a:gd name="T51" fmla="*/ 67 h 90"/>
                <a:gd name="T52" fmla="*/ 1028 w 1123"/>
                <a:gd name="T53" fmla="*/ 82 h 90"/>
                <a:gd name="T54" fmla="*/ 1039 w 1123"/>
                <a:gd name="T55" fmla="*/ 74 h 90"/>
                <a:gd name="T56" fmla="*/ 1052 w 1123"/>
                <a:gd name="T57" fmla="*/ 80 h 90"/>
                <a:gd name="T58" fmla="*/ 1047 w 1123"/>
                <a:gd name="T59" fmla="*/ 87 h 90"/>
                <a:gd name="T60" fmla="*/ 1044 w 1123"/>
                <a:gd name="T61" fmla="*/ 90 h 90"/>
                <a:gd name="T62" fmla="*/ 1059 w 1123"/>
                <a:gd name="T63" fmla="*/ 90 h 90"/>
                <a:gd name="T64" fmla="*/ 1059 w 1123"/>
                <a:gd name="T65" fmla="*/ 43 h 90"/>
                <a:gd name="T66" fmla="*/ 1075 w 1123"/>
                <a:gd name="T67" fmla="*/ 43 h 90"/>
                <a:gd name="T68" fmla="*/ 1075 w 1123"/>
                <a:gd name="T69" fmla="*/ 80 h 90"/>
                <a:gd name="T70" fmla="*/ 1096 w 1123"/>
                <a:gd name="T71" fmla="*/ 80 h 90"/>
                <a:gd name="T72" fmla="*/ 1096 w 1123"/>
                <a:gd name="T73" fmla="*/ 90 h 90"/>
                <a:gd name="T74" fmla="*/ 1123 w 1123"/>
                <a:gd name="T75" fmla="*/ 90 h 90"/>
                <a:gd name="T76" fmla="*/ 1123 w 1123"/>
                <a:gd name="T77" fmla="*/ 0 h 90"/>
                <a:gd name="T78" fmla="*/ 0 w 1123"/>
                <a:gd name="T7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90">
                  <a:moveTo>
                    <a:pt x="0" y="0"/>
                  </a:moveTo>
                  <a:cubicBezTo>
                    <a:pt x="0" y="90"/>
                    <a:pt x="0" y="90"/>
                    <a:pt x="0" y="90"/>
                  </a:cubicBezTo>
                  <a:cubicBezTo>
                    <a:pt x="957" y="90"/>
                    <a:pt x="957" y="90"/>
                    <a:pt x="957" y="90"/>
                  </a:cubicBezTo>
                  <a:cubicBezTo>
                    <a:pt x="956" y="90"/>
                    <a:pt x="955" y="89"/>
                    <a:pt x="955" y="89"/>
                  </a:cubicBezTo>
                  <a:cubicBezTo>
                    <a:pt x="950" y="84"/>
                    <a:pt x="950" y="78"/>
                    <a:pt x="949" y="73"/>
                  </a:cubicBezTo>
                  <a:cubicBezTo>
                    <a:pt x="949" y="43"/>
                    <a:pt x="949" y="43"/>
                    <a:pt x="949" y="43"/>
                  </a:cubicBezTo>
                  <a:cubicBezTo>
                    <a:pt x="966" y="43"/>
                    <a:pt x="966" y="43"/>
                    <a:pt x="966" y="43"/>
                  </a:cubicBezTo>
                  <a:cubicBezTo>
                    <a:pt x="966" y="74"/>
                    <a:pt x="966" y="74"/>
                    <a:pt x="966" y="74"/>
                  </a:cubicBezTo>
                  <a:cubicBezTo>
                    <a:pt x="966" y="76"/>
                    <a:pt x="966" y="79"/>
                    <a:pt x="967" y="80"/>
                  </a:cubicBezTo>
                  <a:cubicBezTo>
                    <a:pt x="969" y="82"/>
                    <a:pt x="971" y="82"/>
                    <a:pt x="973" y="82"/>
                  </a:cubicBezTo>
                  <a:cubicBezTo>
                    <a:pt x="975" y="82"/>
                    <a:pt x="977" y="81"/>
                    <a:pt x="978" y="80"/>
                  </a:cubicBezTo>
                  <a:cubicBezTo>
                    <a:pt x="979" y="79"/>
                    <a:pt x="980" y="76"/>
                    <a:pt x="980" y="74"/>
                  </a:cubicBezTo>
                  <a:cubicBezTo>
                    <a:pt x="980" y="43"/>
                    <a:pt x="980" y="43"/>
                    <a:pt x="980" y="43"/>
                  </a:cubicBezTo>
                  <a:cubicBezTo>
                    <a:pt x="996" y="43"/>
                    <a:pt x="996" y="43"/>
                    <a:pt x="996" y="43"/>
                  </a:cubicBezTo>
                  <a:cubicBezTo>
                    <a:pt x="996" y="70"/>
                    <a:pt x="996" y="70"/>
                    <a:pt x="996" y="70"/>
                  </a:cubicBezTo>
                  <a:cubicBezTo>
                    <a:pt x="996" y="75"/>
                    <a:pt x="996" y="83"/>
                    <a:pt x="990" y="89"/>
                  </a:cubicBezTo>
                  <a:cubicBezTo>
                    <a:pt x="989" y="89"/>
                    <a:pt x="989" y="90"/>
                    <a:pt x="988" y="90"/>
                  </a:cubicBezTo>
                  <a:cubicBezTo>
                    <a:pt x="1012" y="90"/>
                    <a:pt x="1012" y="90"/>
                    <a:pt x="1012" y="90"/>
                  </a:cubicBezTo>
                  <a:cubicBezTo>
                    <a:pt x="1005" y="85"/>
                    <a:pt x="1002" y="76"/>
                    <a:pt x="1002" y="68"/>
                  </a:cubicBezTo>
                  <a:cubicBezTo>
                    <a:pt x="1002" y="55"/>
                    <a:pt x="1011" y="41"/>
                    <a:pt x="1028" y="41"/>
                  </a:cubicBezTo>
                  <a:cubicBezTo>
                    <a:pt x="1035" y="41"/>
                    <a:pt x="1043" y="44"/>
                    <a:pt x="1048" y="49"/>
                  </a:cubicBezTo>
                  <a:cubicBezTo>
                    <a:pt x="1050" y="51"/>
                    <a:pt x="1051" y="53"/>
                    <a:pt x="1052" y="55"/>
                  </a:cubicBezTo>
                  <a:cubicBezTo>
                    <a:pt x="1039" y="62"/>
                    <a:pt x="1039" y="62"/>
                    <a:pt x="1039" y="62"/>
                  </a:cubicBezTo>
                  <a:cubicBezTo>
                    <a:pt x="1038" y="59"/>
                    <a:pt x="1035" y="53"/>
                    <a:pt x="1028" y="53"/>
                  </a:cubicBezTo>
                  <a:cubicBezTo>
                    <a:pt x="1025" y="53"/>
                    <a:pt x="1023" y="55"/>
                    <a:pt x="1022" y="56"/>
                  </a:cubicBezTo>
                  <a:cubicBezTo>
                    <a:pt x="1018" y="60"/>
                    <a:pt x="1018" y="65"/>
                    <a:pt x="1018" y="67"/>
                  </a:cubicBezTo>
                  <a:cubicBezTo>
                    <a:pt x="1018" y="75"/>
                    <a:pt x="1021" y="82"/>
                    <a:pt x="1028" y="82"/>
                  </a:cubicBezTo>
                  <a:cubicBezTo>
                    <a:pt x="1036" y="82"/>
                    <a:pt x="1038" y="75"/>
                    <a:pt x="1039" y="74"/>
                  </a:cubicBezTo>
                  <a:cubicBezTo>
                    <a:pt x="1052" y="80"/>
                    <a:pt x="1052" y="80"/>
                    <a:pt x="1052" y="80"/>
                  </a:cubicBezTo>
                  <a:cubicBezTo>
                    <a:pt x="1051" y="83"/>
                    <a:pt x="1050" y="85"/>
                    <a:pt x="1047" y="87"/>
                  </a:cubicBezTo>
                  <a:cubicBezTo>
                    <a:pt x="1046" y="88"/>
                    <a:pt x="1045" y="89"/>
                    <a:pt x="1044" y="90"/>
                  </a:cubicBezTo>
                  <a:cubicBezTo>
                    <a:pt x="1059" y="90"/>
                    <a:pt x="1059" y="90"/>
                    <a:pt x="1059" y="90"/>
                  </a:cubicBezTo>
                  <a:cubicBezTo>
                    <a:pt x="1059" y="43"/>
                    <a:pt x="1059" y="43"/>
                    <a:pt x="1059" y="43"/>
                  </a:cubicBezTo>
                  <a:cubicBezTo>
                    <a:pt x="1075" y="43"/>
                    <a:pt x="1075" y="43"/>
                    <a:pt x="1075" y="43"/>
                  </a:cubicBezTo>
                  <a:cubicBezTo>
                    <a:pt x="1075" y="80"/>
                    <a:pt x="1075" y="80"/>
                    <a:pt x="1075" y="80"/>
                  </a:cubicBezTo>
                  <a:cubicBezTo>
                    <a:pt x="1096" y="80"/>
                    <a:pt x="1096" y="80"/>
                    <a:pt x="1096" y="80"/>
                  </a:cubicBezTo>
                  <a:cubicBezTo>
                    <a:pt x="1096" y="90"/>
                    <a:pt x="1096" y="90"/>
                    <a:pt x="1096" y="90"/>
                  </a:cubicBezTo>
                  <a:cubicBezTo>
                    <a:pt x="1123" y="90"/>
                    <a:pt x="1123" y="90"/>
                    <a:pt x="1123" y="90"/>
                  </a:cubicBezTo>
                  <a:cubicBezTo>
                    <a:pt x="1123" y="0"/>
                    <a:pt x="1123" y="0"/>
                    <a:pt x="1123" y="0"/>
                  </a:cubicBez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pic>
          <p:nvPicPr>
            <p:cNvPr id="12" name="Picture 11">
              <a:extLst>
                <a:ext uri="{FF2B5EF4-FFF2-40B4-BE49-F238E27FC236}">
                  <a16:creationId xmlns:a16="http://schemas.microsoft.com/office/drawing/2014/main" id="{5434D1C0-E761-1A47-8DBA-F01E27D73688}"/>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7524000" y="360000"/>
              <a:ext cx="147064" cy="172800"/>
            </a:xfrm>
            <a:prstGeom prst="rect">
              <a:avLst/>
            </a:prstGeom>
            <a:noFill/>
          </p:spPr>
        </p:pic>
      </p:grpSp>
      <p:sp>
        <p:nvSpPr>
          <p:cNvPr id="13" name="Text Placeholder 6">
            <a:extLst>
              <a:ext uri="{FF2B5EF4-FFF2-40B4-BE49-F238E27FC236}">
                <a16:creationId xmlns:a16="http://schemas.microsoft.com/office/drawing/2014/main" id="{DF6B7FAD-114F-BE45-98FE-B3374CB38F71}"/>
              </a:ext>
            </a:extLst>
          </p:cNvPr>
          <p:cNvSpPr txBox="1">
            <a:spLocks/>
          </p:cNvSpPr>
          <p:nvPr userDrawn="1"/>
        </p:nvSpPr>
        <p:spPr>
          <a:xfrm>
            <a:off x="288000" y="288000"/>
            <a:ext cx="7318611" cy="390725"/>
          </a:xfrm>
        </p:spPr>
        <p:txBody>
          <a:bodyPr lIns="0" tIns="0" rIns="0" bIns="0">
            <a:noAutofit/>
          </a:bodyPr>
          <a:lstStyle>
            <a:lvl1pPr marL="0" indent="0" algn="l" defTabSz="914400" rtl="0" eaLnBrk="1" latinLnBrk="0" hangingPunct="1">
              <a:lnSpc>
                <a:spcPct val="80000"/>
              </a:lnSpc>
              <a:spcBef>
                <a:spcPts val="1000"/>
              </a:spcBef>
              <a:buFont typeface="Arial"/>
              <a:buNone/>
              <a:defRPr sz="1467" kern="1200" baseline="0">
                <a:solidFill>
                  <a:schemeClr val="bg1"/>
                </a:solidFill>
                <a:latin typeface="+mn-lt"/>
                <a:ea typeface="+mn-ea"/>
                <a:cs typeface="+mn-cs"/>
              </a:defRPr>
            </a:lvl1pPr>
            <a:lvl2pPr marL="0" indent="0" algn="l" defTabSz="914400" rtl="0" eaLnBrk="1" latinLnBrk="0" hangingPunct="1">
              <a:lnSpc>
                <a:spcPct val="80000"/>
              </a:lnSpc>
              <a:spcBef>
                <a:spcPts val="500"/>
              </a:spcBef>
              <a:buFont typeface="Arial"/>
              <a:buNone/>
              <a:defRPr sz="1467" kern="1200">
                <a:solidFill>
                  <a:schemeClr val="bg1"/>
                </a:solidFill>
                <a:latin typeface="+mn-lt"/>
                <a:ea typeface="+mn-ea"/>
                <a:cs typeface="+mn-cs"/>
              </a:defRPr>
            </a:lvl2pPr>
            <a:lvl3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3pPr>
            <a:lvl4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4pPr>
            <a:lvl5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t>Department of Geography</a:t>
            </a:r>
            <a:endParaRPr lang="en-US" dirty="0"/>
          </a:p>
        </p:txBody>
      </p:sp>
    </p:spTree>
    <p:extLst>
      <p:ext uri="{BB962C8B-B14F-4D97-AF65-F5344CB8AC3E}">
        <p14:creationId xmlns:p14="http://schemas.microsoft.com/office/powerpoint/2010/main" val="1012577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29111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musah@ucl.ac.u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79.png"/><Relationship Id="rId42" Type="http://schemas.openxmlformats.org/officeDocument/2006/relationships/customXml" Target="../ink/ink24.xml"/><Relationship Id="rId47" Type="http://schemas.openxmlformats.org/officeDocument/2006/relationships/customXml" Target="../ink/ink27.xml"/><Relationship Id="rId63" Type="http://schemas.openxmlformats.org/officeDocument/2006/relationships/customXml" Target="../ink/ink36.xml"/><Relationship Id="rId68" Type="http://schemas.openxmlformats.org/officeDocument/2006/relationships/image" Target="../media/image97.png"/><Relationship Id="rId84" Type="http://schemas.openxmlformats.org/officeDocument/2006/relationships/image" Target="../media/image105.png"/><Relationship Id="rId16" Type="http://schemas.openxmlformats.org/officeDocument/2006/relationships/customXml" Target="../ink/ink7.xml"/><Relationship Id="rId11" Type="http://schemas.openxmlformats.org/officeDocument/2006/relationships/image" Target="../media/image74.png"/><Relationship Id="rId32" Type="http://schemas.openxmlformats.org/officeDocument/2006/relationships/customXml" Target="../ink/ink15.xml"/><Relationship Id="rId37" Type="http://schemas.openxmlformats.org/officeDocument/2006/relationships/customXml" Target="../ink/ink19.xml"/><Relationship Id="rId53" Type="http://schemas.openxmlformats.org/officeDocument/2006/relationships/customXml" Target="../ink/ink31.xml"/><Relationship Id="rId58" Type="http://schemas.openxmlformats.org/officeDocument/2006/relationships/image" Target="../media/image92.png"/><Relationship Id="rId74" Type="http://schemas.openxmlformats.org/officeDocument/2006/relationships/image" Target="../media/image100.png"/><Relationship Id="rId79" Type="http://schemas.openxmlformats.org/officeDocument/2006/relationships/customXml" Target="../ink/ink44.xml"/><Relationship Id="rId5" Type="http://schemas.openxmlformats.org/officeDocument/2006/relationships/image" Target="../media/image71.png"/><Relationship Id="rId19" Type="http://schemas.openxmlformats.org/officeDocument/2006/relationships/image" Target="../media/image78.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82.png"/><Relationship Id="rId30" Type="http://schemas.openxmlformats.org/officeDocument/2006/relationships/customXml" Target="../ink/ink14.xml"/><Relationship Id="rId35" Type="http://schemas.openxmlformats.org/officeDocument/2006/relationships/customXml" Target="../ink/ink17.xml"/><Relationship Id="rId43" Type="http://schemas.openxmlformats.org/officeDocument/2006/relationships/customXml" Target="../ink/ink25.xml"/><Relationship Id="rId48" Type="http://schemas.openxmlformats.org/officeDocument/2006/relationships/image" Target="../media/image88.png"/><Relationship Id="rId56" Type="http://schemas.openxmlformats.org/officeDocument/2006/relationships/image" Target="../media/image91.png"/><Relationship Id="rId64" Type="http://schemas.openxmlformats.org/officeDocument/2006/relationships/image" Target="../media/image95.png"/><Relationship Id="rId69" Type="http://schemas.openxmlformats.org/officeDocument/2006/relationships/customXml" Target="../ink/ink39.xml"/><Relationship Id="rId77" Type="http://schemas.openxmlformats.org/officeDocument/2006/relationships/customXml" Target="../ink/ink43.xml"/><Relationship Id="rId8" Type="http://schemas.openxmlformats.org/officeDocument/2006/relationships/customXml" Target="../ink/ink3.xml"/><Relationship Id="rId51" Type="http://schemas.openxmlformats.org/officeDocument/2006/relationships/image" Target="../media/image89.png"/><Relationship Id="rId72" Type="http://schemas.openxmlformats.org/officeDocument/2006/relationships/image" Target="../media/image99.png"/><Relationship Id="rId80" Type="http://schemas.openxmlformats.org/officeDocument/2006/relationships/image" Target="../media/image103.png"/><Relationship Id="rId85" Type="http://schemas.openxmlformats.org/officeDocument/2006/relationships/customXml" Target="../ink/ink47.xml"/><Relationship Id="rId3" Type="http://schemas.openxmlformats.org/officeDocument/2006/relationships/image" Target="../media/image4.png"/><Relationship Id="rId12" Type="http://schemas.openxmlformats.org/officeDocument/2006/relationships/customXml" Target="../ink/ink5.xml"/><Relationship Id="rId17" Type="http://schemas.openxmlformats.org/officeDocument/2006/relationships/image" Target="../media/image77.png"/><Relationship Id="rId25" Type="http://schemas.openxmlformats.org/officeDocument/2006/relationships/image" Target="../media/image81.png"/><Relationship Id="rId33" Type="http://schemas.openxmlformats.org/officeDocument/2006/relationships/image" Target="../media/image85.png"/><Relationship Id="rId38" Type="http://schemas.openxmlformats.org/officeDocument/2006/relationships/customXml" Target="../ink/ink20.xml"/><Relationship Id="rId46" Type="http://schemas.openxmlformats.org/officeDocument/2006/relationships/image" Target="../media/image87.png"/><Relationship Id="rId59" Type="http://schemas.openxmlformats.org/officeDocument/2006/relationships/customXml" Target="../ink/ink34.xml"/><Relationship Id="rId67" Type="http://schemas.openxmlformats.org/officeDocument/2006/relationships/customXml" Target="../ink/ink38.xml"/><Relationship Id="rId20" Type="http://schemas.openxmlformats.org/officeDocument/2006/relationships/customXml" Target="../ink/ink9.xml"/><Relationship Id="rId41" Type="http://schemas.openxmlformats.org/officeDocument/2006/relationships/customXml" Target="../ink/ink23.xml"/><Relationship Id="rId54" Type="http://schemas.openxmlformats.org/officeDocument/2006/relationships/image" Target="../media/image90.png"/><Relationship Id="rId62" Type="http://schemas.openxmlformats.org/officeDocument/2006/relationships/image" Target="../media/image94.png"/><Relationship Id="rId70" Type="http://schemas.openxmlformats.org/officeDocument/2006/relationships/image" Target="../media/image98.png"/><Relationship Id="rId75" Type="http://schemas.openxmlformats.org/officeDocument/2006/relationships/customXml" Target="../ink/ink42.xml"/><Relationship Id="rId83" Type="http://schemas.openxmlformats.org/officeDocument/2006/relationships/customXml" Target="../ink/ink46.xml"/><Relationship Id="rId88" Type="http://schemas.openxmlformats.org/officeDocument/2006/relationships/customXml" Target="../ink/ink49.xml"/><Relationship Id="rId1" Type="http://schemas.openxmlformats.org/officeDocument/2006/relationships/slideLayout" Target="../slideLayouts/slideLayout19.xml"/><Relationship Id="rId6" Type="http://schemas.openxmlformats.org/officeDocument/2006/relationships/customXml" Target="../ink/ink2.xml"/><Relationship Id="rId15" Type="http://schemas.openxmlformats.org/officeDocument/2006/relationships/image" Target="../media/image76.png"/><Relationship Id="rId23" Type="http://schemas.openxmlformats.org/officeDocument/2006/relationships/image" Target="../media/image80.png"/><Relationship Id="rId28" Type="http://schemas.openxmlformats.org/officeDocument/2006/relationships/customXml" Target="../ink/ink13.xml"/><Relationship Id="rId36" Type="http://schemas.openxmlformats.org/officeDocument/2006/relationships/customXml" Target="../ink/ink18.xml"/><Relationship Id="rId49" Type="http://schemas.openxmlformats.org/officeDocument/2006/relationships/customXml" Target="../ink/ink28.xml"/><Relationship Id="rId57" Type="http://schemas.openxmlformats.org/officeDocument/2006/relationships/customXml" Target="../ink/ink33.xml"/><Relationship Id="rId10" Type="http://schemas.openxmlformats.org/officeDocument/2006/relationships/customXml" Target="../ink/ink4.xml"/><Relationship Id="rId31" Type="http://schemas.openxmlformats.org/officeDocument/2006/relationships/image" Target="../media/image84.png"/><Relationship Id="rId44" Type="http://schemas.openxmlformats.org/officeDocument/2006/relationships/image" Target="../media/image86.png"/><Relationship Id="rId52" Type="http://schemas.openxmlformats.org/officeDocument/2006/relationships/customXml" Target="../ink/ink30.xml"/><Relationship Id="rId60" Type="http://schemas.openxmlformats.org/officeDocument/2006/relationships/image" Target="../media/image93.png"/><Relationship Id="rId65" Type="http://schemas.openxmlformats.org/officeDocument/2006/relationships/customXml" Target="../ink/ink37.xml"/><Relationship Id="rId73" Type="http://schemas.openxmlformats.org/officeDocument/2006/relationships/customXml" Target="../ink/ink41.xml"/><Relationship Id="rId78" Type="http://schemas.openxmlformats.org/officeDocument/2006/relationships/image" Target="../media/image102.png"/><Relationship Id="rId81" Type="http://schemas.openxmlformats.org/officeDocument/2006/relationships/customXml" Target="../ink/ink45.xml"/><Relationship Id="rId86" Type="http://schemas.openxmlformats.org/officeDocument/2006/relationships/customXml" Target="../ink/ink48.xml"/><Relationship Id="rId4" Type="http://schemas.openxmlformats.org/officeDocument/2006/relationships/customXml" Target="../ink/ink1.xml"/><Relationship Id="rId9" Type="http://schemas.openxmlformats.org/officeDocument/2006/relationships/image" Target="../media/image73.png"/><Relationship Id="rId13" Type="http://schemas.openxmlformats.org/officeDocument/2006/relationships/image" Target="../media/image75.png"/><Relationship Id="rId18" Type="http://schemas.openxmlformats.org/officeDocument/2006/relationships/customXml" Target="../ink/ink8.xml"/><Relationship Id="rId39" Type="http://schemas.openxmlformats.org/officeDocument/2006/relationships/customXml" Target="../ink/ink21.xml"/><Relationship Id="rId34" Type="http://schemas.openxmlformats.org/officeDocument/2006/relationships/customXml" Target="../ink/ink16.xml"/><Relationship Id="rId50" Type="http://schemas.openxmlformats.org/officeDocument/2006/relationships/customXml" Target="../ink/ink29.xml"/><Relationship Id="rId55" Type="http://schemas.openxmlformats.org/officeDocument/2006/relationships/customXml" Target="../ink/ink32.xml"/><Relationship Id="rId76" Type="http://schemas.openxmlformats.org/officeDocument/2006/relationships/image" Target="../media/image101.png"/><Relationship Id="rId7" Type="http://schemas.openxmlformats.org/officeDocument/2006/relationships/image" Target="../media/image72.png"/><Relationship Id="rId71" Type="http://schemas.openxmlformats.org/officeDocument/2006/relationships/customXml" Target="../ink/ink40.xml"/><Relationship Id="rId2" Type="http://schemas.openxmlformats.org/officeDocument/2006/relationships/notesSlide" Target="../notesSlides/notesSlide5.xml"/><Relationship Id="rId29" Type="http://schemas.openxmlformats.org/officeDocument/2006/relationships/image" Target="../media/image83.png"/><Relationship Id="rId24" Type="http://schemas.openxmlformats.org/officeDocument/2006/relationships/customXml" Target="../ink/ink11.xml"/><Relationship Id="rId40" Type="http://schemas.openxmlformats.org/officeDocument/2006/relationships/customXml" Target="../ink/ink22.xml"/><Relationship Id="rId45" Type="http://schemas.openxmlformats.org/officeDocument/2006/relationships/customXml" Target="../ink/ink26.xml"/><Relationship Id="rId66" Type="http://schemas.openxmlformats.org/officeDocument/2006/relationships/image" Target="../media/image96.png"/><Relationship Id="rId87" Type="http://schemas.openxmlformats.org/officeDocument/2006/relationships/image" Target="../media/image106.png"/><Relationship Id="rId61" Type="http://schemas.openxmlformats.org/officeDocument/2006/relationships/customXml" Target="../ink/ink35.xml"/><Relationship Id="rId82" Type="http://schemas.openxmlformats.org/officeDocument/2006/relationships/image" Target="../media/image104.png"/></Relationships>
</file>

<file path=ppt/slides/_rels/slide6.xml.rels><?xml version="1.0" encoding="UTF-8" standalone="yes"?>
<Relationships xmlns="http://schemas.openxmlformats.org/package/2006/relationships"><Relationship Id="rId26" Type="http://schemas.openxmlformats.org/officeDocument/2006/relationships/customXml" Target="../ink/ink61.xml"/><Relationship Id="rId21" Type="http://schemas.openxmlformats.org/officeDocument/2006/relationships/image" Target="../media/image114.png"/><Relationship Id="rId42" Type="http://schemas.openxmlformats.org/officeDocument/2006/relationships/customXml" Target="../ink/ink73.xml"/><Relationship Id="rId47" Type="http://schemas.openxmlformats.org/officeDocument/2006/relationships/customXml" Target="../ink/ink76.xml"/><Relationship Id="rId63" Type="http://schemas.openxmlformats.org/officeDocument/2006/relationships/customXml" Target="../ink/ink85.xml"/><Relationship Id="rId68" Type="http://schemas.openxmlformats.org/officeDocument/2006/relationships/image" Target="../media/image129.png"/><Relationship Id="rId84" Type="http://schemas.openxmlformats.org/officeDocument/2006/relationships/image" Target="../media/image137.png"/><Relationship Id="rId16" Type="http://schemas.openxmlformats.org/officeDocument/2006/relationships/customXml" Target="../ink/ink56.xml"/><Relationship Id="rId11" Type="http://schemas.openxmlformats.org/officeDocument/2006/relationships/image" Target="../media/image109.png"/><Relationship Id="rId32" Type="http://schemas.openxmlformats.org/officeDocument/2006/relationships/customXml" Target="../ink/ink64.xml"/><Relationship Id="rId37" Type="http://schemas.openxmlformats.org/officeDocument/2006/relationships/customXml" Target="../ink/ink68.xml"/><Relationship Id="rId53" Type="http://schemas.openxmlformats.org/officeDocument/2006/relationships/customXml" Target="../ink/ink80.xml"/><Relationship Id="rId58" Type="http://schemas.openxmlformats.org/officeDocument/2006/relationships/image" Target="../media/image124.png"/><Relationship Id="rId74" Type="http://schemas.openxmlformats.org/officeDocument/2006/relationships/image" Target="../media/image132.png"/><Relationship Id="rId79" Type="http://schemas.openxmlformats.org/officeDocument/2006/relationships/customXml" Target="../ink/ink93.xml"/><Relationship Id="rId5" Type="http://schemas.openxmlformats.org/officeDocument/2006/relationships/image" Target="../media/image107.png"/><Relationship Id="rId19" Type="http://schemas.openxmlformats.org/officeDocument/2006/relationships/image" Target="../media/image113.png"/><Relationship Id="rId14" Type="http://schemas.openxmlformats.org/officeDocument/2006/relationships/customXml" Target="../ink/ink55.xml"/><Relationship Id="rId22" Type="http://schemas.openxmlformats.org/officeDocument/2006/relationships/customXml" Target="../ink/ink59.xml"/><Relationship Id="rId27" Type="http://schemas.openxmlformats.org/officeDocument/2006/relationships/image" Target="../media/image117.png"/><Relationship Id="rId30" Type="http://schemas.openxmlformats.org/officeDocument/2006/relationships/customXml" Target="../ink/ink63.xml"/><Relationship Id="rId35" Type="http://schemas.openxmlformats.org/officeDocument/2006/relationships/customXml" Target="../ink/ink66.xml"/><Relationship Id="rId43" Type="http://schemas.openxmlformats.org/officeDocument/2006/relationships/customXml" Target="../ink/ink74.xml"/><Relationship Id="rId48" Type="http://schemas.openxmlformats.org/officeDocument/2006/relationships/image" Target="../media/image121.png"/><Relationship Id="rId56" Type="http://schemas.openxmlformats.org/officeDocument/2006/relationships/image" Target="../media/image123.png"/><Relationship Id="rId64" Type="http://schemas.openxmlformats.org/officeDocument/2006/relationships/image" Target="../media/image127.png"/><Relationship Id="rId69" Type="http://schemas.openxmlformats.org/officeDocument/2006/relationships/customXml" Target="../ink/ink88.xml"/><Relationship Id="rId77" Type="http://schemas.openxmlformats.org/officeDocument/2006/relationships/customXml" Target="../ink/ink92.xml"/><Relationship Id="rId8" Type="http://schemas.openxmlformats.org/officeDocument/2006/relationships/customXml" Target="../ink/ink52.xml"/><Relationship Id="rId51" Type="http://schemas.openxmlformats.org/officeDocument/2006/relationships/image" Target="../media/image122.png"/><Relationship Id="rId72" Type="http://schemas.openxmlformats.org/officeDocument/2006/relationships/image" Target="../media/image131.png"/><Relationship Id="rId80" Type="http://schemas.openxmlformats.org/officeDocument/2006/relationships/image" Target="../media/image135.png"/><Relationship Id="rId85" Type="http://schemas.openxmlformats.org/officeDocument/2006/relationships/customXml" Target="../ink/ink96.xml"/><Relationship Id="rId3" Type="http://schemas.openxmlformats.org/officeDocument/2006/relationships/image" Target="../media/image4.png"/><Relationship Id="rId12" Type="http://schemas.openxmlformats.org/officeDocument/2006/relationships/customXml" Target="../ink/ink54.xml"/><Relationship Id="rId17" Type="http://schemas.openxmlformats.org/officeDocument/2006/relationships/image" Target="../media/image112.png"/><Relationship Id="rId25" Type="http://schemas.openxmlformats.org/officeDocument/2006/relationships/image" Target="../media/image116.png"/><Relationship Id="rId33" Type="http://schemas.openxmlformats.org/officeDocument/2006/relationships/image" Target="../media/image120.png"/><Relationship Id="rId38" Type="http://schemas.openxmlformats.org/officeDocument/2006/relationships/customXml" Target="../ink/ink69.xml"/><Relationship Id="rId46" Type="http://schemas.openxmlformats.org/officeDocument/2006/relationships/image" Target="../media/image87.png"/><Relationship Id="rId59" Type="http://schemas.openxmlformats.org/officeDocument/2006/relationships/customXml" Target="../ink/ink83.xml"/><Relationship Id="rId67" Type="http://schemas.openxmlformats.org/officeDocument/2006/relationships/customXml" Target="../ink/ink87.xml"/><Relationship Id="rId20" Type="http://schemas.openxmlformats.org/officeDocument/2006/relationships/customXml" Target="../ink/ink58.xml"/><Relationship Id="rId41" Type="http://schemas.openxmlformats.org/officeDocument/2006/relationships/customXml" Target="../ink/ink72.xml"/><Relationship Id="rId54" Type="http://schemas.openxmlformats.org/officeDocument/2006/relationships/image" Target="../media/image90.png"/><Relationship Id="rId62" Type="http://schemas.openxmlformats.org/officeDocument/2006/relationships/image" Target="../media/image126.png"/><Relationship Id="rId70" Type="http://schemas.openxmlformats.org/officeDocument/2006/relationships/image" Target="../media/image130.png"/><Relationship Id="rId75" Type="http://schemas.openxmlformats.org/officeDocument/2006/relationships/customXml" Target="../ink/ink91.xml"/><Relationship Id="rId83" Type="http://schemas.openxmlformats.org/officeDocument/2006/relationships/customXml" Target="../ink/ink95.xml"/><Relationship Id="rId88" Type="http://schemas.openxmlformats.org/officeDocument/2006/relationships/customXml" Target="../ink/ink98.xml"/><Relationship Id="rId1" Type="http://schemas.openxmlformats.org/officeDocument/2006/relationships/slideLayout" Target="../slideLayouts/slideLayout19.xml"/><Relationship Id="rId6" Type="http://schemas.openxmlformats.org/officeDocument/2006/relationships/customXml" Target="../ink/ink51.xml"/><Relationship Id="rId15" Type="http://schemas.openxmlformats.org/officeDocument/2006/relationships/image" Target="../media/image111.png"/><Relationship Id="rId23" Type="http://schemas.openxmlformats.org/officeDocument/2006/relationships/image" Target="../media/image115.png"/><Relationship Id="rId28" Type="http://schemas.openxmlformats.org/officeDocument/2006/relationships/customXml" Target="../ink/ink62.xml"/><Relationship Id="rId36" Type="http://schemas.openxmlformats.org/officeDocument/2006/relationships/customXml" Target="../ink/ink67.xml"/><Relationship Id="rId49" Type="http://schemas.openxmlformats.org/officeDocument/2006/relationships/customXml" Target="../ink/ink77.xml"/><Relationship Id="rId57" Type="http://schemas.openxmlformats.org/officeDocument/2006/relationships/customXml" Target="../ink/ink82.xml"/><Relationship Id="rId10" Type="http://schemas.openxmlformats.org/officeDocument/2006/relationships/customXml" Target="../ink/ink53.xml"/><Relationship Id="rId31" Type="http://schemas.openxmlformats.org/officeDocument/2006/relationships/image" Target="../media/image119.png"/><Relationship Id="rId44" Type="http://schemas.openxmlformats.org/officeDocument/2006/relationships/image" Target="../media/image86.png"/><Relationship Id="rId52" Type="http://schemas.openxmlformats.org/officeDocument/2006/relationships/customXml" Target="../ink/ink79.xml"/><Relationship Id="rId60" Type="http://schemas.openxmlformats.org/officeDocument/2006/relationships/image" Target="../media/image125.png"/><Relationship Id="rId65" Type="http://schemas.openxmlformats.org/officeDocument/2006/relationships/customXml" Target="../ink/ink86.xml"/><Relationship Id="rId73" Type="http://schemas.openxmlformats.org/officeDocument/2006/relationships/customXml" Target="../ink/ink90.xml"/><Relationship Id="rId78" Type="http://schemas.openxmlformats.org/officeDocument/2006/relationships/image" Target="../media/image134.png"/><Relationship Id="rId81" Type="http://schemas.openxmlformats.org/officeDocument/2006/relationships/customXml" Target="../ink/ink94.xml"/><Relationship Id="rId86" Type="http://schemas.openxmlformats.org/officeDocument/2006/relationships/customXml" Target="../ink/ink97.xml"/><Relationship Id="rId4" Type="http://schemas.openxmlformats.org/officeDocument/2006/relationships/customXml" Target="../ink/ink50.xml"/><Relationship Id="rId9" Type="http://schemas.openxmlformats.org/officeDocument/2006/relationships/image" Target="../media/image108.png"/><Relationship Id="rId13" Type="http://schemas.openxmlformats.org/officeDocument/2006/relationships/image" Target="../media/image110.png"/><Relationship Id="rId18" Type="http://schemas.openxmlformats.org/officeDocument/2006/relationships/customXml" Target="../ink/ink57.xml"/><Relationship Id="rId39" Type="http://schemas.openxmlformats.org/officeDocument/2006/relationships/customXml" Target="../ink/ink70.xml"/><Relationship Id="rId34" Type="http://schemas.openxmlformats.org/officeDocument/2006/relationships/customXml" Target="../ink/ink65.xml"/><Relationship Id="rId50" Type="http://schemas.openxmlformats.org/officeDocument/2006/relationships/customXml" Target="../ink/ink78.xml"/><Relationship Id="rId55" Type="http://schemas.openxmlformats.org/officeDocument/2006/relationships/customXml" Target="../ink/ink81.xml"/><Relationship Id="rId76" Type="http://schemas.openxmlformats.org/officeDocument/2006/relationships/image" Target="../media/image133.png"/><Relationship Id="rId7" Type="http://schemas.openxmlformats.org/officeDocument/2006/relationships/image" Target="../media/image72.png"/><Relationship Id="rId71" Type="http://schemas.openxmlformats.org/officeDocument/2006/relationships/customXml" Target="../ink/ink89.xml"/><Relationship Id="rId2" Type="http://schemas.openxmlformats.org/officeDocument/2006/relationships/notesSlide" Target="../notesSlides/notesSlide6.xml"/><Relationship Id="rId29" Type="http://schemas.openxmlformats.org/officeDocument/2006/relationships/image" Target="../media/image118.png"/><Relationship Id="rId24" Type="http://schemas.openxmlformats.org/officeDocument/2006/relationships/customXml" Target="../ink/ink60.xml"/><Relationship Id="rId40" Type="http://schemas.openxmlformats.org/officeDocument/2006/relationships/customXml" Target="../ink/ink71.xml"/><Relationship Id="rId45" Type="http://schemas.openxmlformats.org/officeDocument/2006/relationships/customXml" Target="../ink/ink75.xml"/><Relationship Id="rId66" Type="http://schemas.openxmlformats.org/officeDocument/2006/relationships/image" Target="../media/image128.png"/><Relationship Id="rId87" Type="http://schemas.openxmlformats.org/officeDocument/2006/relationships/image" Target="../media/image138.png"/><Relationship Id="rId61" Type="http://schemas.openxmlformats.org/officeDocument/2006/relationships/customXml" Target="../ink/ink84.xml"/><Relationship Id="rId82" Type="http://schemas.openxmlformats.org/officeDocument/2006/relationships/image" Target="../media/image13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9.xml"/><Relationship Id="rId1" Type="http://schemas.openxmlformats.org/officeDocument/2006/relationships/slideLayout" Target="../slideLayouts/slideLayout24.xml"/><Relationship Id="rId4" Type="http://schemas.openxmlformats.org/officeDocument/2006/relationships/image" Target="../media/image142.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4.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67A4CB3-F0C9-5F4A-8B2A-F66E99725E17}"/>
              </a:ext>
            </a:extLst>
          </p:cNvPr>
          <p:cNvSpPr/>
          <p:nvPr/>
        </p:nvSpPr>
        <p:spPr>
          <a:xfrm>
            <a:off x="1057778" y="1517709"/>
            <a:ext cx="9562040" cy="3785652"/>
          </a:xfrm>
          <a:prstGeom prst="rect">
            <a:avLst/>
          </a:prstGeom>
        </p:spPr>
        <p:txBody>
          <a:bodyPr wrap="square">
            <a:spAutoFit/>
          </a:bodyPr>
          <a:lstStyle/>
          <a:p>
            <a:br>
              <a:rPr lang="en-GB" sz="2000" cap="all" dirty="0">
                <a:latin typeface="Helvetica Neue Light" panose="02000403000000020004" pitchFamily="2" charset="0"/>
                <a:ea typeface="Helvetica Neue Light" panose="02000403000000020004" pitchFamily="2" charset="0"/>
                <a:cs typeface="Calibri Light" charset="0"/>
              </a:rPr>
            </a:br>
            <a:endParaRPr lang="en-GB" sz="2000" cap="all" dirty="0">
              <a:latin typeface="Helvetica Neue Light" panose="02000403000000020004" pitchFamily="2" charset="0"/>
              <a:ea typeface="Helvetica Neue Light" panose="02000403000000020004" pitchFamily="2" charset="0"/>
              <a:cs typeface="Calibri Light" charset="0"/>
            </a:endParaRPr>
          </a:p>
          <a:p>
            <a:r>
              <a:rPr lang="en-GB" sz="3600" b="1" dirty="0">
                <a:latin typeface="Helvetica Neue Light" panose="02000403000000020004" pitchFamily="2" charset="0"/>
                <a:ea typeface="Helvetica Neue Light" panose="02000403000000020004" pitchFamily="2" charset="0"/>
                <a:cs typeface="Calibri Light" charset="0"/>
              </a:rPr>
              <a:t>Day 2:</a:t>
            </a:r>
            <a:r>
              <a:rPr lang="en-GB" sz="3600" dirty="0">
                <a:solidFill>
                  <a:prstClr val="black"/>
                </a:solidFill>
                <a:latin typeface="Helvetica Neue Light" panose="02000403000000020004" pitchFamily="2" charset="0"/>
                <a:ea typeface="Helvetica Neue Light" panose="02000403000000020004" pitchFamily="2" charset="0"/>
                <a:cs typeface="Calibri Light" charset="0"/>
              </a:rPr>
              <a:t> </a:t>
            </a:r>
            <a:r>
              <a:rPr lang="en-GB" sz="3600" b="1" dirty="0">
                <a:solidFill>
                  <a:prstClr val="black"/>
                </a:solidFill>
                <a:latin typeface="Helvetica Neue Light" panose="02000403000000020004" pitchFamily="2" charset="0"/>
                <a:ea typeface="Helvetica Neue Light" panose="02000403000000020004" pitchFamily="2" charset="0"/>
                <a:cs typeface="Calibri Light" charset="0"/>
              </a:rPr>
              <a:t>Spatial Autocorrelation </a:t>
            </a:r>
          </a:p>
          <a:p>
            <a:endParaRPr lang="en-GB" sz="3600" b="1" dirty="0">
              <a:solidFill>
                <a:prstClr val="black"/>
              </a:solidFill>
              <a:latin typeface="Helvetica Neue Light" panose="02000403000000020004" pitchFamily="2" charset="0"/>
              <a:ea typeface="Helvetica Neue Light" panose="02000403000000020004" pitchFamily="2" charset="0"/>
              <a:cs typeface="Calibri Light" charset="0"/>
            </a:endParaRPr>
          </a:p>
          <a:p>
            <a:r>
              <a:rPr lang="en-GB" sz="2800" b="1" dirty="0">
                <a:solidFill>
                  <a:schemeClr val="bg2">
                    <a:lumMod val="75000"/>
                  </a:schemeClr>
                </a:solidFill>
                <a:latin typeface="Helvetica Neue Light" panose="02000403000000020004" pitchFamily="2" charset="0"/>
                <a:ea typeface="Helvetica Neue Light" panose="02000403000000020004" pitchFamily="2" charset="0"/>
                <a:cs typeface="Calibri Light" charset="0"/>
              </a:rPr>
              <a:t>Short Lecture &amp; Computer Practical</a:t>
            </a:r>
            <a:endParaRPr lang="en-GB" sz="2800" cap="all" dirty="0">
              <a:solidFill>
                <a:schemeClr val="bg2">
                  <a:lumMod val="75000"/>
                </a:schemeClr>
              </a:solidFill>
              <a:latin typeface="Helvetica Neue Light" panose="02000403000000020004" pitchFamily="2" charset="0"/>
              <a:ea typeface="Helvetica Neue Light" panose="02000403000000020004" pitchFamily="2" charset="0"/>
              <a:cs typeface="Calibri Light" charset="0"/>
            </a:endParaRPr>
          </a:p>
          <a:p>
            <a:endParaRPr lang="en-GB" altLang="en-US" sz="20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endParaRPr>
          </a:p>
          <a:p>
            <a:endParaRPr lang="en-GB" altLang="en-US" sz="20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endParaRPr>
          </a:p>
          <a:p>
            <a:r>
              <a:rPr lang="en-GB" altLang="en-US" sz="20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Dr Anwar Musah (</a:t>
            </a:r>
            <a:r>
              <a:rPr lang="en-GB" altLang="en-US" sz="20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hlinkClick r:id="rId3"/>
              </a:rPr>
              <a:t>a.musah@ucl.ac.uk</a:t>
            </a:r>
            <a:r>
              <a:rPr lang="en-GB" altLang="en-US" sz="20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a:t>
            </a:r>
          </a:p>
          <a:p>
            <a:pPr lvl="0"/>
            <a:r>
              <a:rPr lang="en-US" altLang="en-US" sz="20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Lecturer in Social and Geographic Data Science</a:t>
            </a:r>
          </a:p>
          <a:p>
            <a:pPr lvl="0"/>
            <a:r>
              <a:rPr lang="en-US" altLang="en-US" sz="2000" dirty="0">
                <a:latin typeface="Helvetica Neue Light" panose="02000403000000020004" pitchFamily="2" charset="0"/>
                <a:ea typeface="Helvetica Neue Light" panose="02000403000000020004" pitchFamily="2" charset="0"/>
                <a:cs typeface="Helvetica Neue" panose="02000503000000020004" pitchFamily="2" charset="0"/>
              </a:rPr>
              <a:t>UCL Geography</a:t>
            </a:r>
          </a:p>
        </p:txBody>
      </p:sp>
      <p:pic>
        <p:nvPicPr>
          <p:cNvPr id="5" name="Picture 4">
            <a:extLst>
              <a:ext uri="{FF2B5EF4-FFF2-40B4-BE49-F238E27FC236}">
                <a16:creationId xmlns:a16="http://schemas.microsoft.com/office/drawing/2014/main" id="{5E7F389B-F6B0-A94C-97E9-5A3AD8DBB514}"/>
              </a:ext>
            </a:extLst>
          </p:cNvPr>
          <p:cNvPicPr>
            <a:picLocks noChangeAspect="1"/>
          </p:cNvPicPr>
          <p:nvPr/>
        </p:nvPicPr>
        <p:blipFill>
          <a:blip r:embed="rId4"/>
          <a:srcRect l="80103" t="21858"/>
          <a:stretch>
            <a:fillRect/>
          </a:stretch>
        </p:blipFill>
        <p:spPr>
          <a:xfrm>
            <a:off x="9614532" y="0"/>
            <a:ext cx="2577468" cy="805421"/>
          </a:xfrm>
          <a:prstGeom prst="rect">
            <a:avLst/>
          </a:prstGeom>
        </p:spPr>
      </p:pic>
      <p:sp>
        <p:nvSpPr>
          <p:cNvPr id="2" name="Slide Number Placeholder 3">
            <a:extLst>
              <a:ext uri="{FF2B5EF4-FFF2-40B4-BE49-F238E27FC236}">
                <a16:creationId xmlns:a16="http://schemas.microsoft.com/office/drawing/2014/main" id="{CFE3FA9F-1DC2-2A9B-043A-4D5061E78FE1}"/>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a:t>
            </a:fld>
            <a:endParaRPr lang="en-US" dirty="0">
              <a:solidFill>
                <a:srgbClr val="000000"/>
              </a:solidFill>
              <a:cs typeface="ＭＳ Ｐゴシック" charset="0"/>
            </a:endParaRPr>
          </a:p>
        </p:txBody>
      </p:sp>
      <p:pic>
        <p:nvPicPr>
          <p:cNvPr id="4" name="Picture 3">
            <a:extLst>
              <a:ext uri="{FF2B5EF4-FFF2-40B4-BE49-F238E27FC236}">
                <a16:creationId xmlns:a16="http://schemas.microsoft.com/office/drawing/2014/main" id="{85ABD6FC-B9EE-B312-A897-D39F405AD4DF}"/>
              </a:ext>
            </a:extLst>
          </p:cNvPr>
          <p:cNvPicPr>
            <a:picLocks noChangeAspect="1"/>
          </p:cNvPicPr>
          <p:nvPr/>
        </p:nvPicPr>
        <p:blipFill>
          <a:blip r:embed="rId5"/>
          <a:stretch>
            <a:fillRect/>
          </a:stretch>
        </p:blipFill>
        <p:spPr>
          <a:xfrm>
            <a:off x="-10049" y="-4601"/>
            <a:ext cx="4029389" cy="846355"/>
          </a:xfrm>
          <a:prstGeom prst="rect">
            <a:avLst/>
          </a:prstGeom>
        </p:spPr>
      </p:pic>
    </p:spTree>
    <p:extLst>
      <p:ext uri="{BB962C8B-B14F-4D97-AF65-F5344CB8AC3E}">
        <p14:creationId xmlns:p14="http://schemas.microsoft.com/office/powerpoint/2010/main" val="2339678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8562B3B-2342-6E4C-B72B-B6CFB334502D}"/>
              </a:ext>
            </a:extLst>
          </p:cNvPr>
          <p:cNvSpPr txBox="1">
            <a:spLocks/>
          </p:cNvSpPr>
          <p:nvPr/>
        </p:nvSpPr>
        <p:spPr>
          <a:xfrm>
            <a:off x="360190" y="358123"/>
            <a:ext cx="9382728"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altLang="en-US" sz="3600" b="1" dirty="0">
                <a:latin typeface="Helvetica Neue Light" panose="02000403000000020004" pitchFamily="2" charset="0"/>
                <a:ea typeface="Helvetica Neue Light" panose="02000403000000020004" pitchFamily="2" charset="0"/>
              </a:rPr>
              <a:t>Definition [1]</a:t>
            </a:r>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2" name="Content Placeholder 2">
            <a:extLst>
              <a:ext uri="{FF2B5EF4-FFF2-40B4-BE49-F238E27FC236}">
                <a16:creationId xmlns:a16="http://schemas.microsoft.com/office/drawing/2014/main" id="{1CCE8BC6-6B77-D330-7A15-C0AF10B422C5}"/>
              </a:ext>
            </a:extLst>
          </p:cNvPr>
          <p:cNvSpPr txBox="1">
            <a:spLocks/>
          </p:cNvSpPr>
          <p:nvPr/>
        </p:nvSpPr>
        <p:spPr>
          <a:xfrm>
            <a:off x="360190" y="1339821"/>
            <a:ext cx="11319642" cy="1585325"/>
          </a:xfrm>
          <a:prstGeom prst="rect">
            <a:avLst/>
          </a:prstGeom>
          <a:solidFill>
            <a:schemeClr val="accent1">
              <a:lumMod val="60000"/>
              <a:lumOff val="40000"/>
            </a:schemeClr>
          </a:solidFill>
          <a:ln>
            <a:noFill/>
          </a:ln>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buFont typeface="Arial"/>
              <a:buNone/>
            </a:pPr>
            <a:r>
              <a:rPr lang="en-US" sz="2400" b="1" dirty="0">
                <a:latin typeface="Helvetica Neue" panose="02000503000000020004" pitchFamily="2" charset="0"/>
                <a:ea typeface="Helvetica Neue" panose="02000503000000020004" pitchFamily="2" charset="0"/>
                <a:cs typeface="Helvetica Neue" panose="02000503000000020004" pitchFamily="2" charset="0"/>
              </a:rPr>
              <a:t>Spatial dependence </a:t>
            </a:r>
            <a:r>
              <a:rPr lang="en-US" sz="2400" dirty="0">
                <a:latin typeface="Helvetica Neue" panose="02000503000000020004" pitchFamily="2" charset="0"/>
                <a:ea typeface="Helvetica Neue" panose="02000503000000020004" pitchFamily="2" charset="0"/>
                <a:cs typeface="Helvetica Neue" panose="02000503000000020004" pitchFamily="2" charset="0"/>
              </a:rPr>
              <a:t>is the propensity for how nearby objects in geographic space tend to influence each other. It’s a reflection of how values observed at one location (e.g., city, region, country) is dependent on the values of </a:t>
            </a:r>
            <a:r>
              <a:rPr lang="en-GB" sz="2400" dirty="0">
                <a:latin typeface="Helvetica Neue" panose="02000503000000020004" pitchFamily="2" charset="0"/>
                <a:ea typeface="Helvetica Neue" panose="02000503000000020004" pitchFamily="2" charset="0"/>
                <a:cs typeface="Helvetica Neue" panose="02000503000000020004" pitchFamily="2" charset="0"/>
              </a:rPr>
              <a:t>neighbouring</a:t>
            </a:r>
            <a:r>
              <a:rPr lang="en-US" sz="2400" dirty="0">
                <a:latin typeface="Helvetica Neue" panose="02000503000000020004" pitchFamily="2" charset="0"/>
                <a:ea typeface="Helvetica Neue" panose="02000503000000020004" pitchFamily="2" charset="0"/>
                <a:cs typeface="Helvetica Neue" panose="02000503000000020004" pitchFamily="2" charset="0"/>
              </a:rPr>
              <a:t> observations from nearby locations.  </a:t>
            </a:r>
            <a:endParaRPr lang="en-US" sz="2400" dirty="0">
              <a:latin typeface="Helvetica" pitchFamily="2" charset="0"/>
              <a:ea typeface="Helvetica Neue Condensed" panose="02000503000000020004" pitchFamily="2" charset="0"/>
              <a:cs typeface="Helvetica Neue Condensed" panose="02000503000000020004" pitchFamily="2" charset="0"/>
            </a:endParaRPr>
          </a:p>
        </p:txBody>
      </p:sp>
      <p:sp>
        <p:nvSpPr>
          <p:cNvPr id="3" name="Content Placeholder 2">
            <a:extLst>
              <a:ext uri="{FF2B5EF4-FFF2-40B4-BE49-F238E27FC236}">
                <a16:creationId xmlns:a16="http://schemas.microsoft.com/office/drawing/2014/main" id="{3AB8232C-38E8-9D49-E659-F4999BB3AF33}"/>
              </a:ext>
            </a:extLst>
          </p:cNvPr>
          <p:cNvSpPr txBox="1">
            <a:spLocks/>
          </p:cNvSpPr>
          <p:nvPr/>
        </p:nvSpPr>
        <p:spPr>
          <a:xfrm>
            <a:off x="436179" y="3681248"/>
            <a:ext cx="11319642" cy="1740169"/>
          </a:xfrm>
          <a:prstGeom prst="rect">
            <a:avLst/>
          </a:prstGeom>
          <a:noFill/>
          <a:ln>
            <a:noFill/>
          </a:ln>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itchFamily="2" charset="2"/>
              <a:buChar char="§"/>
            </a:pPr>
            <a:r>
              <a:rPr lang="en-US" sz="2400" b="1" dirty="0">
                <a:latin typeface="Helvetica Neue" panose="02000503000000020004" pitchFamily="2" charset="0"/>
                <a:ea typeface="Helvetica Neue" panose="02000503000000020004" pitchFamily="2" charset="0"/>
                <a:cs typeface="Helvetica Neue" panose="02000503000000020004" pitchFamily="2" charset="0"/>
              </a:rPr>
              <a:t>Spatial autocorrelation</a:t>
            </a:r>
          </a:p>
          <a:p>
            <a:pPr marL="0" indent="0">
              <a:buNone/>
            </a:pPr>
            <a:r>
              <a:rPr lang="en-US" sz="2400" dirty="0">
                <a:latin typeface="Helvetica Neue" panose="02000503000000020004" pitchFamily="2" charset="0"/>
                <a:ea typeface="Helvetica Neue" panose="02000503000000020004" pitchFamily="2" charset="0"/>
                <a:cs typeface="Helvetica Neue" panose="02000503000000020004" pitchFamily="2" charset="0"/>
              </a:rPr>
              <a:t>This describes the degree of how spatial locations (i.e., points, areas, or raster cells) </a:t>
            </a:r>
            <a:r>
              <a:rPr lang="en-US" sz="2400" b="1" dirty="0">
                <a:latin typeface="Helvetica Neue" panose="02000503000000020004" pitchFamily="2" charset="0"/>
                <a:ea typeface="Helvetica Neue" panose="02000503000000020004" pitchFamily="2" charset="0"/>
                <a:cs typeface="Helvetica Neue" panose="02000503000000020004" pitchFamily="2" charset="0"/>
              </a:rPr>
              <a:t>close</a:t>
            </a:r>
            <a:r>
              <a:rPr lang="en-US" sz="2400" dirty="0">
                <a:latin typeface="Helvetica Neue" panose="02000503000000020004" pitchFamily="2" charset="0"/>
                <a:ea typeface="Helvetica Neue" panose="02000503000000020004" pitchFamily="2" charset="0"/>
                <a:cs typeface="Helvetica Neue" panose="02000503000000020004" pitchFamily="2" charset="0"/>
              </a:rPr>
              <a:t> to each other share similar values (i.e., locations that are akin to each other).</a:t>
            </a:r>
          </a:p>
        </p:txBody>
      </p:sp>
      <p:sp>
        <p:nvSpPr>
          <p:cNvPr id="41" name="TextBox 40">
            <a:extLst>
              <a:ext uri="{FF2B5EF4-FFF2-40B4-BE49-F238E27FC236}">
                <a16:creationId xmlns:a16="http://schemas.microsoft.com/office/drawing/2014/main" id="{54D19F40-23D0-E965-788F-CED4AEB3B430}"/>
              </a:ext>
            </a:extLst>
          </p:cNvPr>
          <p:cNvSpPr txBox="1"/>
          <p:nvPr/>
        </p:nvSpPr>
        <p:spPr>
          <a:xfrm>
            <a:off x="7967855" y="587395"/>
            <a:ext cx="3808815" cy="369332"/>
          </a:xfrm>
          <a:prstGeom prst="rect">
            <a:avLst/>
          </a:prstGeom>
          <a:solidFill>
            <a:schemeClr val="accent1">
              <a:lumMod val="60000"/>
              <a:lumOff val="40000"/>
            </a:schemeClr>
          </a:solidFill>
        </p:spPr>
        <p:txBody>
          <a:bodyPr wrap="square" rtlCol="0">
            <a:spAutoFit/>
          </a:bodyPr>
          <a:lstStyle/>
          <a:p>
            <a:r>
              <a:rPr lang="en-GB" b="1" dirty="0">
                <a:latin typeface="HELVETICA NEUE THIN" panose="020B0403020202020204" pitchFamily="34" charset="0"/>
                <a:ea typeface="HELVETICA NEUE THIN" panose="020B0403020202020204" pitchFamily="34" charset="0"/>
              </a:rPr>
              <a:t>Recall Tobler’s 1</a:t>
            </a:r>
            <a:r>
              <a:rPr lang="en-GB" b="1" baseline="30000" dirty="0">
                <a:latin typeface="HELVETICA NEUE THIN" panose="020B0403020202020204" pitchFamily="34" charset="0"/>
                <a:ea typeface="HELVETICA NEUE THIN" panose="020B0403020202020204" pitchFamily="34" charset="0"/>
              </a:rPr>
              <a:t>st</a:t>
            </a:r>
            <a:r>
              <a:rPr lang="en-GB" b="1" dirty="0">
                <a:latin typeface="HELVETICA NEUE THIN" panose="020B0403020202020204" pitchFamily="34" charset="0"/>
                <a:ea typeface="HELVETICA NEUE THIN" panose="020B0403020202020204" pitchFamily="34" charset="0"/>
              </a:rPr>
              <a:t> Law of Geography</a:t>
            </a:r>
          </a:p>
        </p:txBody>
      </p:sp>
      <p:sp>
        <p:nvSpPr>
          <p:cNvPr id="5" name="Slide Number Placeholder 3">
            <a:extLst>
              <a:ext uri="{FF2B5EF4-FFF2-40B4-BE49-F238E27FC236}">
                <a16:creationId xmlns:a16="http://schemas.microsoft.com/office/drawing/2014/main" id="{65361CEE-6FEA-C543-3B53-FFE8BFCCC954}"/>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a:t>
            </a:fld>
            <a:endParaRPr lang="en-US" dirty="0">
              <a:solidFill>
                <a:srgbClr val="000000"/>
              </a:solidFill>
              <a:cs typeface="ＭＳ Ｐゴシック" charset="0"/>
            </a:endParaRPr>
          </a:p>
        </p:txBody>
      </p:sp>
    </p:spTree>
    <p:extLst>
      <p:ext uri="{BB962C8B-B14F-4D97-AF65-F5344CB8AC3E}">
        <p14:creationId xmlns:p14="http://schemas.microsoft.com/office/powerpoint/2010/main" val="3281214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8562B3B-2342-6E4C-B72B-B6CFB334502D}"/>
              </a:ext>
            </a:extLst>
          </p:cNvPr>
          <p:cNvSpPr txBox="1">
            <a:spLocks/>
          </p:cNvSpPr>
          <p:nvPr/>
        </p:nvSpPr>
        <p:spPr>
          <a:xfrm>
            <a:off x="349680" y="357928"/>
            <a:ext cx="9382728"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altLang="en-US" sz="3600" b="1" dirty="0">
                <a:latin typeface="Helvetica Neue Light" panose="02000403000000020004" pitchFamily="2" charset="0"/>
                <a:ea typeface="Helvetica Neue Light" panose="02000403000000020004" pitchFamily="2" charset="0"/>
              </a:rPr>
              <a:t>Definition [2]</a:t>
            </a:r>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2" name="Content Placeholder 2">
            <a:extLst>
              <a:ext uri="{FF2B5EF4-FFF2-40B4-BE49-F238E27FC236}">
                <a16:creationId xmlns:a16="http://schemas.microsoft.com/office/drawing/2014/main" id="{1CCE8BC6-6B77-D330-7A15-C0AF10B422C5}"/>
              </a:ext>
            </a:extLst>
          </p:cNvPr>
          <p:cNvSpPr txBox="1">
            <a:spLocks/>
          </p:cNvSpPr>
          <p:nvPr/>
        </p:nvSpPr>
        <p:spPr>
          <a:xfrm>
            <a:off x="436179" y="1408487"/>
            <a:ext cx="11319642" cy="1347299"/>
          </a:xfrm>
          <a:prstGeom prst="rect">
            <a:avLst/>
          </a:prstGeom>
          <a:solidFill>
            <a:schemeClr val="accent1">
              <a:lumMod val="60000"/>
              <a:lumOff val="40000"/>
            </a:schemeClr>
          </a:solidFill>
          <a:ln>
            <a:noFill/>
          </a:ln>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buNone/>
            </a:pPr>
            <a:r>
              <a:rPr lang="en-US" sz="2400" b="1" dirty="0">
                <a:latin typeface="Helvetica Neue" panose="02000503000000020004" pitchFamily="2" charset="0"/>
                <a:ea typeface="Helvetica Neue" panose="02000503000000020004" pitchFamily="2" charset="0"/>
                <a:cs typeface="Helvetica Neue" panose="02000503000000020004" pitchFamily="2" charset="0"/>
              </a:rPr>
              <a:t>Spatial autocorrelation: </a:t>
            </a:r>
            <a:r>
              <a:rPr lang="en-US" sz="2400" dirty="0">
                <a:latin typeface="Helvetica Neue" panose="02000503000000020004" pitchFamily="2" charset="0"/>
                <a:ea typeface="Helvetica Neue" panose="02000503000000020004" pitchFamily="2" charset="0"/>
                <a:cs typeface="Helvetica Neue" panose="02000503000000020004" pitchFamily="2" charset="0"/>
              </a:rPr>
              <a:t>This describes the degree of how spatial locations (i.e., points, areas, or raster cells) </a:t>
            </a:r>
            <a:r>
              <a:rPr lang="en-US" sz="2400" b="1" dirty="0">
                <a:latin typeface="Helvetica Neue" panose="02000503000000020004" pitchFamily="2" charset="0"/>
                <a:ea typeface="Helvetica Neue" panose="02000503000000020004" pitchFamily="2" charset="0"/>
                <a:cs typeface="Helvetica Neue" panose="02000503000000020004" pitchFamily="2" charset="0"/>
              </a:rPr>
              <a:t>close</a:t>
            </a:r>
            <a:r>
              <a:rPr lang="en-US" sz="2400" dirty="0">
                <a:latin typeface="Helvetica Neue" panose="02000503000000020004" pitchFamily="2" charset="0"/>
                <a:ea typeface="Helvetica Neue" panose="02000503000000020004" pitchFamily="2" charset="0"/>
                <a:cs typeface="Helvetica Neue" panose="02000503000000020004" pitchFamily="2" charset="0"/>
              </a:rPr>
              <a:t> to each other share similar values (i.e., locations that are akin to each other).</a:t>
            </a:r>
          </a:p>
        </p:txBody>
      </p:sp>
      <p:sp>
        <p:nvSpPr>
          <p:cNvPr id="3" name="Content Placeholder 2">
            <a:extLst>
              <a:ext uri="{FF2B5EF4-FFF2-40B4-BE49-F238E27FC236}">
                <a16:creationId xmlns:a16="http://schemas.microsoft.com/office/drawing/2014/main" id="{3AB8232C-38E8-9D49-E659-F4999BB3AF33}"/>
              </a:ext>
            </a:extLst>
          </p:cNvPr>
          <p:cNvSpPr txBox="1">
            <a:spLocks/>
          </p:cNvSpPr>
          <p:nvPr/>
        </p:nvSpPr>
        <p:spPr>
          <a:xfrm>
            <a:off x="436179" y="3087907"/>
            <a:ext cx="11319642" cy="2953842"/>
          </a:xfrm>
          <a:prstGeom prst="rect">
            <a:avLst/>
          </a:prstGeom>
          <a:noFill/>
          <a:ln>
            <a:noFill/>
          </a:ln>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Font typeface="Wingdings" pitchFamily="2" charset="2"/>
              <a:buChar char="§"/>
            </a:pPr>
            <a:r>
              <a:rPr lang="en-US" sz="2400" dirty="0">
                <a:latin typeface="Helvetica Neue" panose="02000503000000020004" pitchFamily="2" charset="0"/>
                <a:ea typeface="Helvetica Neue" panose="02000503000000020004" pitchFamily="2" charset="0"/>
                <a:cs typeface="Helvetica Neue" panose="02000503000000020004" pitchFamily="2" charset="0"/>
              </a:rPr>
              <a:t>We can test our data for spatial autocorrelation, with some form of statistical measure of the similarity of attributes of our data.</a:t>
            </a:r>
          </a:p>
          <a:p>
            <a:pPr marL="0" indent="0">
              <a:buNone/>
            </a:pP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pPr>
              <a:buFont typeface="Wingdings" pitchFamily="2" charset="2"/>
              <a:buChar char="§"/>
            </a:pPr>
            <a:r>
              <a:rPr lang="en-US" sz="2400" dirty="0">
                <a:latin typeface="Helvetica Neue" panose="02000503000000020004" pitchFamily="2" charset="0"/>
                <a:ea typeface="Helvetica Neue" panose="02000503000000020004" pitchFamily="2" charset="0"/>
                <a:cs typeface="Helvetica Neue" panose="02000503000000020004" pitchFamily="2" charset="0"/>
              </a:rPr>
              <a:t>We want to distinguish between areas of positively autocorrelated patterns (in </a:t>
            </a:r>
            <a:r>
              <a:rPr lang="en-US" sz="2400" dirty="0">
                <a:highlight>
                  <a:srgbClr val="FF3B30"/>
                </a:highlight>
                <a:latin typeface="Helvetica Neue" panose="02000503000000020004" pitchFamily="2" charset="0"/>
                <a:ea typeface="Helvetica Neue" panose="02000503000000020004" pitchFamily="2" charset="0"/>
                <a:cs typeface="Helvetica Neue" panose="02000503000000020004" pitchFamily="2" charset="0"/>
              </a:rPr>
              <a:t>which areas with high values are surrounded by areas with high values</a:t>
            </a:r>
            <a:r>
              <a:rPr lang="en-US" sz="2400" dirty="0">
                <a:latin typeface="Helvetica Neue" panose="02000503000000020004" pitchFamily="2" charset="0"/>
                <a:ea typeface="Helvetica Neue" panose="02000503000000020004" pitchFamily="2" charset="0"/>
                <a:cs typeface="Helvetica Neue" panose="02000503000000020004" pitchFamily="2" charset="0"/>
              </a:rPr>
              <a:t>, and </a:t>
            </a:r>
            <a:r>
              <a:rPr lang="en-US" sz="2400" dirty="0">
                <a:highlight>
                  <a:srgbClr val="00B0F0"/>
                </a:highlight>
                <a:latin typeface="Helvetica Neue" panose="02000503000000020004" pitchFamily="2" charset="0"/>
                <a:ea typeface="Helvetica Neue" panose="02000503000000020004" pitchFamily="2" charset="0"/>
                <a:cs typeface="Helvetica Neue" panose="02000503000000020004" pitchFamily="2" charset="0"/>
              </a:rPr>
              <a:t>areas with low values that are surrounded by areas with low values to</a:t>
            </a:r>
            <a:r>
              <a:rPr lang="en-US" sz="2400" dirty="0">
                <a:latin typeface="Helvetica Neue" panose="02000503000000020004" pitchFamily="2" charset="0"/>
                <a:ea typeface="Helvetica Neue" panose="02000503000000020004" pitchFamily="2" charset="0"/>
                <a:cs typeface="Helvetica Neue" panose="02000503000000020004" pitchFamily="2" charset="0"/>
              </a:rPr>
              <a:t>, i.e., </a:t>
            </a:r>
            <a:r>
              <a:rPr lang="en-US" sz="2400" b="1" dirty="0">
                <a:latin typeface="Helvetica Neue" panose="02000503000000020004" pitchFamily="2" charset="0"/>
                <a:ea typeface="Helvetica Neue" panose="02000503000000020004" pitchFamily="2" charset="0"/>
                <a:cs typeface="Helvetica Neue" panose="02000503000000020004" pitchFamily="2" charset="0"/>
              </a:rPr>
              <a:t>clusters</a:t>
            </a:r>
            <a:r>
              <a:rPr lang="en-US" sz="2400"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5" name="Slide Number Placeholder 3">
            <a:extLst>
              <a:ext uri="{FF2B5EF4-FFF2-40B4-BE49-F238E27FC236}">
                <a16:creationId xmlns:a16="http://schemas.microsoft.com/office/drawing/2014/main" id="{3C127434-4681-A65A-4E3A-7FE230A5CF4E}"/>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a:t>
            </a:fld>
            <a:endParaRPr lang="en-US" dirty="0">
              <a:solidFill>
                <a:srgbClr val="000000"/>
              </a:solidFill>
              <a:cs typeface="ＭＳ Ｐゴシック" charset="0"/>
            </a:endParaRPr>
          </a:p>
        </p:txBody>
      </p:sp>
    </p:spTree>
    <p:extLst>
      <p:ext uri="{BB962C8B-B14F-4D97-AF65-F5344CB8AC3E}">
        <p14:creationId xmlns:p14="http://schemas.microsoft.com/office/powerpoint/2010/main" val="3732425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8562B3B-2342-6E4C-B72B-B6CFB334502D}"/>
              </a:ext>
            </a:extLst>
          </p:cNvPr>
          <p:cNvSpPr txBox="1">
            <a:spLocks/>
          </p:cNvSpPr>
          <p:nvPr/>
        </p:nvSpPr>
        <p:spPr>
          <a:xfrm>
            <a:off x="339170" y="347418"/>
            <a:ext cx="9382728"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altLang="en-US" sz="3600" b="1" dirty="0">
                <a:latin typeface="Helvetica Neue Light" panose="02000403000000020004" pitchFamily="2" charset="0"/>
                <a:ea typeface="Helvetica Neue Light" panose="02000403000000020004" pitchFamily="2" charset="0"/>
              </a:rPr>
              <a:t>Definition [3]</a:t>
            </a:r>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2" name="Content Placeholder 2">
            <a:extLst>
              <a:ext uri="{FF2B5EF4-FFF2-40B4-BE49-F238E27FC236}">
                <a16:creationId xmlns:a16="http://schemas.microsoft.com/office/drawing/2014/main" id="{1CCE8BC6-6B77-D330-7A15-C0AF10B422C5}"/>
              </a:ext>
            </a:extLst>
          </p:cNvPr>
          <p:cNvSpPr txBox="1">
            <a:spLocks/>
          </p:cNvSpPr>
          <p:nvPr/>
        </p:nvSpPr>
        <p:spPr>
          <a:xfrm>
            <a:off x="436179" y="1292873"/>
            <a:ext cx="11319642" cy="1347299"/>
          </a:xfrm>
          <a:prstGeom prst="rect">
            <a:avLst/>
          </a:prstGeom>
          <a:solidFill>
            <a:schemeClr val="accent1">
              <a:lumMod val="60000"/>
              <a:lumOff val="40000"/>
            </a:schemeClr>
          </a:solidFill>
          <a:ln>
            <a:noFill/>
          </a:ln>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buNone/>
            </a:pPr>
            <a:r>
              <a:rPr lang="en-US" sz="2400" b="1" dirty="0">
                <a:latin typeface="Helvetica Neue" panose="02000503000000020004" pitchFamily="2" charset="0"/>
                <a:ea typeface="Helvetica Neue" panose="02000503000000020004" pitchFamily="2" charset="0"/>
                <a:cs typeface="Helvetica Neue" panose="02000503000000020004" pitchFamily="2" charset="0"/>
              </a:rPr>
              <a:t>Spatial autocorrelation: </a:t>
            </a:r>
            <a:r>
              <a:rPr lang="en-US" sz="2400" dirty="0">
                <a:latin typeface="Helvetica Neue" panose="02000503000000020004" pitchFamily="2" charset="0"/>
                <a:ea typeface="Helvetica Neue" panose="02000503000000020004" pitchFamily="2" charset="0"/>
                <a:cs typeface="Helvetica Neue" panose="02000503000000020004" pitchFamily="2" charset="0"/>
              </a:rPr>
              <a:t>This describes the degree of how spatial locations (i.e., points, areas, or raster cells) </a:t>
            </a:r>
            <a:r>
              <a:rPr lang="en-US" sz="2400" b="1" dirty="0">
                <a:latin typeface="Helvetica Neue" panose="02000503000000020004" pitchFamily="2" charset="0"/>
                <a:ea typeface="Helvetica Neue" panose="02000503000000020004" pitchFamily="2" charset="0"/>
                <a:cs typeface="Helvetica Neue" panose="02000503000000020004" pitchFamily="2" charset="0"/>
              </a:rPr>
              <a:t>close</a:t>
            </a:r>
            <a:r>
              <a:rPr lang="en-US" sz="2400" dirty="0">
                <a:latin typeface="Helvetica Neue" panose="02000503000000020004" pitchFamily="2" charset="0"/>
                <a:ea typeface="Helvetica Neue" panose="02000503000000020004" pitchFamily="2" charset="0"/>
                <a:cs typeface="Helvetica Neue" panose="02000503000000020004" pitchFamily="2" charset="0"/>
              </a:rPr>
              <a:t> to each other share similar values (i.e., locations that are akin to each other).</a:t>
            </a:r>
          </a:p>
        </p:txBody>
      </p:sp>
      <p:sp>
        <p:nvSpPr>
          <p:cNvPr id="3" name="Content Placeholder 2">
            <a:extLst>
              <a:ext uri="{FF2B5EF4-FFF2-40B4-BE49-F238E27FC236}">
                <a16:creationId xmlns:a16="http://schemas.microsoft.com/office/drawing/2014/main" id="{3AB8232C-38E8-9D49-E659-F4999BB3AF33}"/>
              </a:ext>
            </a:extLst>
          </p:cNvPr>
          <p:cNvSpPr txBox="1">
            <a:spLocks/>
          </p:cNvSpPr>
          <p:nvPr/>
        </p:nvSpPr>
        <p:spPr>
          <a:xfrm>
            <a:off x="339170" y="3116592"/>
            <a:ext cx="11319642" cy="2953842"/>
          </a:xfrm>
          <a:prstGeom prst="rect">
            <a:avLst/>
          </a:prstGeom>
          <a:noFill/>
          <a:ln>
            <a:noFill/>
          </a:ln>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b="1" dirty="0">
                <a:latin typeface="Helvetica Neue" panose="02000503000000020004" pitchFamily="2" charset="0"/>
                <a:ea typeface="Helvetica Neue" panose="02000503000000020004" pitchFamily="2" charset="0"/>
                <a:cs typeface="Helvetica Neue" panose="02000503000000020004" pitchFamily="2" charset="0"/>
              </a:rPr>
              <a:t>The hypothesis statement for testing evidence for spatial autocorrelation</a:t>
            </a:r>
          </a:p>
          <a:p>
            <a:pPr marL="0" indent="0">
              <a:buNone/>
            </a:pP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pPr>
              <a:buFont typeface="Wingdings" pitchFamily="2" charset="2"/>
              <a:buChar char="§"/>
            </a:pPr>
            <a:r>
              <a:rPr lang="en-US" sz="2400" b="1" dirty="0">
                <a:latin typeface="Helvetica Neue" panose="02000503000000020004" pitchFamily="2" charset="0"/>
                <a:ea typeface="Helvetica Neue" panose="02000503000000020004" pitchFamily="2" charset="0"/>
                <a:cs typeface="Helvetica Neue" panose="02000503000000020004" pitchFamily="2" charset="0"/>
              </a:rPr>
              <a:t>Null hypothesis: </a:t>
            </a:r>
            <a:r>
              <a:rPr lang="en-US" sz="2400" dirty="0">
                <a:latin typeface="Helvetica Neue" panose="02000503000000020004" pitchFamily="2" charset="0"/>
                <a:ea typeface="Helvetica Neue" panose="02000503000000020004" pitchFamily="2" charset="0"/>
                <a:cs typeface="Helvetica Neue" panose="02000503000000020004" pitchFamily="2" charset="0"/>
              </a:rPr>
              <a:t>The outcome of interest are spatially independent (i.e., patterns are random)</a:t>
            </a:r>
          </a:p>
          <a:p>
            <a:pPr>
              <a:buFont typeface="Wingdings" pitchFamily="2" charset="2"/>
              <a:buChar char="§"/>
            </a:pPr>
            <a:r>
              <a:rPr lang="en-US" sz="2400" b="1" dirty="0">
                <a:latin typeface="Helvetica Neue" panose="02000503000000020004" pitchFamily="2" charset="0"/>
                <a:ea typeface="Helvetica Neue" panose="02000503000000020004" pitchFamily="2" charset="0"/>
                <a:cs typeface="Helvetica Neue" panose="02000503000000020004" pitchFamily="2" charset="0"/>
              </a:rPr>
              <a:t>Alternative hypothesis: </a:t>
            </a:r>
            <a:r>
              <a:rPr lang="en-US" sz="2400" dirty="0">
                <a:latin typeface="Helvetica Neue" panose="02000503000000020004" pitchFamily="2" charset="0"/>
                <a:ea typeface="Helvetica Neue" panose="02000503000000020004" pitchFamily="2" charset="0"/>
                <a:cs typeface="Helvetica Neue" panose="02000503000000020004" pitchFamily="2" charset="0"/>
              </a:rPr>
              <a:t>The outcome of interest are not spatially independent (i.e., hence, there is evidence of </a:t>
            </a:r>
            <a:r>
              <a:rPr lang="en-US" sz="2400" b="1" dirty="0">
                <a:latin typeface="Helvetica Neue" panose="02000503000000020004" pitchFamily="2" charset="0"/>
                <a:ea typeface="Helvetica Neue" panose="02000503000000020004" pitchFamily="2" charset="0"/>
                <a:cs typeface="Helvetica Neue" panose="02000503000000020004" pitchFamily="2" charset="0"/>
              </a:rPr>
              <a:t>clustering</a:t>
            </a:r>
            <a:r>
              <a:rPr lang="en-US" sz="2400" dirty="0">
                <a:latin typeface="Helvetica Neue" panose="02000503000000020004" pitchFamily="2" charset="0"/>
                <a:ea typeface="Helvetica Neue" panose="02000503000000020004" pitchFamily="2" charset="0"/>
                <a:cs typeface="Helvetica Neue" panose="02000503000000020004" pitchFamily="2" charset="0"/>
              </a:rPr>
              <a:t> or dispersion)</a:t>
            </a: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Slide Number Placeholder 3">
            <a:extLst>
              <a:ext uri="{FF2B5EF4-FFF2-40B4-BE49-F238E27FC236}">
                <a16:creationId xmlns:a16="http://schemas.microsoft.com/office/drawing/2014/main" id="{42248049-72A4-1470-FDF7-D1904C3E18D4}"/>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a:t>
            </a:fld>
            <a:endParaRPr lang="en-US" dirty="0">
              <a:solidFill>
                <a:srgbClr val="000000"/>
              </a:solidFill>
              <a:cs typeface="ＭＳ Ｐゴシック" charset="0"/>
            </a:endParaRPr>
          </a:p>
        </p:txBody>
      </p:sp>
    </p:spTree>
    <p:extLst>
      <p:ext uri="{BB962C8B-B14F-4D97-AF65-F5344CB8AC3E}">
        <p14:creationId xmlns:p14="http://schemas.microsoft.com/office/powerpoint/2010/main" val="3551849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D694A51-8986-F5EA-B471-E58D71ECAD42}"/>
              </a:ext>
            </a:extLst>
          </p:cNvPr>
          <p:cNvSpPr/>
          <p:nvPr/>
        </p:nvSpPr>
        <p:spPr>
          <a:xfrm>
            <a:off x="225272" y="5303950"/>
            <a:ext cx="11654718" cy="14592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Content Placeholder 2">
            <a:extLst>
              <a:ext uri="{FF2B5EF4-FFF2-40B4-BE49-F238E27FC236}">
                <a16:creationId xmlns:a16="http://schemas.microsoft.com/office/drawing/2014/main" id="{9045B5D4-7B01-DC55-E044-AE1F941E8708}"/>
              </a:ext>
            </a:extLst>
          </p:cNvPr>
          <p:cNvSpPr txBox="1">
            <a:spLocks/>
          </p:cNvSpPr>
          <p:nvPr/>
        </p:nvSpPr>
        <p:spPr>
          <a:xfrm>
            <a:off x="436179" y="475157"/>
            <a:ext cx="11319642" cy="6296345"/>
          </a:xfrm>
          <a:prstGeom prst="rect">
            <a:avLst/>
          </a:prstGeom>
          <a:noFill/>
          <a:ln>
            <a:noFill/>
          </a:ln>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b="1" dirty="0">
                <a:latin typeface="Helvetica Neue" panose="02000503000000020004" pitchFamily="2" charset="0"/>
                <a:ea typeface="Helvetica Neue" panose="02000503000000020004" pitchFamily="2" charset="0"/>
                <a:cs typeface="Helvetica Neue" panose="02000503000000020004" pitchFamily="2" charset="0"/>
              </a:rPr>
              <a:t>We can apply these hypotheses tests on these scenarios </a:t>
            </a: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pPr>
              <a:buFont typeface="Wingdings" pitchFamily="2" charset="2"/>
              <a:buChar char="§"/>
            </a:pPr>
            <a:endParaRPr lang="en-US" sz="2000" b="1" dirty="0">
              <a:latin typeface="Helvetica Neue" panose="02000503000000020004" pitchFamily="2" charset="0"/>
              <a:ea typeface="Helvetica Neue" panose="02000503000000020004" pitchFamily="2" charset="0"/>
              <a:cs typeface="Helvetica Neue" panose="02000503000000020004" pitchFamily="2" charset="0"/>
            </a:endParaRPr>
          </a:p>
          <a:p>
            <a:pPr>
              <a:buFont typeface="Wingdings" pitchFamily="2" charset="2"/>
              <a:buChar char="§"/>
            </a:pPr>
            <a:r>
              <a:rPr lang="en-US" sz="2000" b="1" dirty="0">
                <a:latin typeface="Helvetica Neue" panose="02000503000000020004" pitchFamily="2" charset="0"/>
                <a:ea typeface="Helvetica Neue" panose="02000503000000020004" pitchFamily="2" charset="0"/>
                <a:cs typeface="Helvetica Neue" panose="02000503000000020004" pitchFamily="2" charset="0"/>
              </a:rPr>
              <a:t>Null hypothesis: </a:t>
            </a:r>
            <a:r>
              <a:rPr lang="en-US" sz="2000" dirty="0">
                <a:latin typeface="Helvetica Neue" panose="02000503000000020004" pitchFamily="2" charset="0"/>
                <a:ea typeface="Helvetica Neue" panose="02000503000000020004" pitchFamily="2" charset="0"/>
                <a:cs typeface="Helvetica Neue" panose="02000503000000020004" pitchFamily="2" charset="0"/>
              </a:rPr>
              <a:t>The spatial patterns for the US Population Density are independent. They are random. </a:t>
            </a:r>
            <a:r>
              <a:rPr lang="en-US" sz="20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[Here, we would reject the null hypothesis] </a:t>
            </a:r>
          </a:p>
          <a:p>
            <a:pPr>
              <a:buFont typeface="Wingdings" pitchFamily="2" charset="2"/>
              <a:buChar char="§"/>
            </a:pPr>
            <a:r>
              <a:rPr lang="en-US" sz="2000" b="1" dirty="0">
                <a:latin typeface="Helvetica Neue" panose="02000503000000020004" pitchFamily="2" charset="0"/>
                <a:ea typeface="Helvetica Neue" panose="02000503000000020004" pitchFamily="2" charset="0"/>
                <a:cs typeface="Helvetica Neue" panose="02000503000000020004" pitchFamily="2" charset="0"/>
              </a:rPr>
              <a:t>Alternative hypothesis: </a:t>
            </a:r>
            <a:r>
              <a:rPr lang="en-US" sz="2000" dirty="0">
                <a:latin typeface="Helvetica Neue" panose="02000503000000020004" pitchFamily="2" charset="0"/>
                <a:ea typeface="Helvetica Neue" panose="02000503000000020004" pitchFamily="2" charset="0"/>
                <a:cs typeface="Helvetica Neue" panose="02000503000000020004" pitchFamily="2" charset="0"/>
              </a:rPr>
              <a:t>The patterns for the US Population Density are not random. They are indeed clustered. </a:t>
            </a:r>
            <a:r>
              <a:rPr lang="en-US" sz="20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[Here, we would accept the alternative hypothesis] </a:t>
            </a:r>
            <a:endParaRPr lang="en-US" sz="2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4" name="Picture 3" descr="Text, letter&#10;&#10;Description automatically generated">
            <a:extLst>
              <a:ext uri="{FF2B5EF4-FFF2-40B4-BE49-F238E27FC236}">
                <a16:creationId xmlns:a16="http://schemas.microsoft.com/office/drawing/2014/main" id="{7CC97B73-C768-CC55-4B37-6B4EBBE8BE09}"/>
              </a:ext>
            </a:extLst>
          </p:cNvPr>
          <p:cNvPicPr>
            <a:picLocks noChangeAspect="1"/>
          </p:cNvPicPr>
          <p:nvPr/>
        </p:nvPicPr>
        <p:blipFill>
          <a:blip r:embed="rId3"/>
          <a:stretch>
            <a:fillRect/>
          </a:stretch>
        </p:blipFill>
        <p:spPr>
          <a:xfrm>
            <a:off x="433088" y="1088921"/>
            <a:ext cx="11322733" cy="3038236"/>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58168AC-8009-5832-94D9-772BA72200C8}"/>
                  </a:ext>
                </a:extLst>
              </p14:cNvPr>
              <p14:cNvContentPartPr/>
              <p14:nvPr/>
            </p14:nvContentPartPr>
            <p14:xfrm>
              <a:off x="409232" y="3934868"/>
              <a:ext cx="1314000" cy="156600"/>
            </p14:xfrm>
          </p:contentPart>
        </mc:Choice>
        <mc:Fallback xmlns="">
          <p:pic>
            <p:nvPicPr>
              <p:cNvPr id="5" name="Ink 4">
                <a:extLst>
                  <a:ext uri="{FF2B5EF4-FFF2-40B4-BE49-F238E27FC236}">
                    <a16:creationId xmlns:a16="http://schemas.microsoft.com/office/drawing/2014/main" id="{958168AC-8009-5832-94D9-772BA72200C8}"/>
                  </a:ext>
                </a:extLst>
              </p:cNvPr>
              <p:cNvPicPr/>
              <p:nvPr/>
            </p:nvPicPr>
            <p:blipFill>
              <a:blip r:embed="rId5"/>
              <a:stretch>
                <a:fillRect/>
              </a:stretch>
            </p:blipFill>
            <p:spPr>
              <a:xfrm>
                <a:off x="319232" y="3754868"/>
                <a:ext cx="1493640" cy="516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1BCF52DD-149E-CF4C-7B77-D509C2C74F81}"/>
                  </a:ext>
                </a:extLst>
              </p14:cNvPr>
              <p14:cNvContentPartPr/>
              <p14:nvPr/>
            </p14:nvContentPartPr>
            <p14:xfrm>
              <a:off x="669152" y="3962228"/>
              <a:ext cx="360" cy="360"/>
            </p14:xfrm>
          </p:contentPart>
        </mc:Choice>
        <mc:Fallback xmlns="">
          <p:pic>
            <p:nvPicPr>
              <p:cNvPr id="6" name="Ink 5">
                <a:extLst>
                  <a:ext uri="{FF2B5EF4-FFF2-40B4-BE49-F238E27FC236}">
                    <a16:creationId xmlns:a16="http://schemas.microsoft.com/office/drawing/2014/main" id="{1BCF52DD-149E-CF4C-7B77-D509C2C74F81}"/>
                  </a:ext>
                </a:extLst>
              </p:cNvPr>
              <p:cNvPicPr/>
              <p:nvPr/>
            </p:nvPicPr>
            <p:blipFill>
              <a:blip r:embed="rId7"/>
              <a:stretch>
                <a:fillRect/>
              </a:stretch>
            </p:blipFill>
            <p:spPr>
              <a:xfrm>
                <a:off x="579152" y="378222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B96D4AAD-4432-8019-2B25-B7D4497F89D0}"/>
                  </a:ext>
                </a:extLst>
              </p14:cNvPr>
              <p14:cNvContentPartPr/>
              <p14:nvPr/>
            </p14:nvContentPartPr>
            <p14:xfrm>
              <a:off x="700472" y="3959348"/>
              <a:ext cx="92880" cy="16560"/>
            </p14:xfrm>
          </p:contentPart>
        </mc:Choice>
        <mc:Fallback xmlns="">
          <p:pic>
            <p:nvPicPr>
              <p:cNvPr id="7" name="Ink 6">
                <a:extLst>
                  <a:ext uri="{FF2B5EF4-FFF2-40B4-BE49-F238E27FC236}">
                    <a16:creationId xmlns:a16="http://schemas.microsoft.com/office/drawing/2014/main" id="{B96D4AAD-4432-8019-2B25-B7D4497F89D0}"/>
                  </a:ext>
                </a:extLst>
              </p:cNvPr>
              <p:cNvPicPr/>
              <p:nvPr/>
            </p:nvPicPr>
            <p:blipFill>
              <a:blip r:embed="rId9"/>
              <a:stretch>
                <a:fillRect/>
              </a:stretch>
            </p:blipFill>
            <p:spPr>
              <a:xfrm>
                <a:off x="610472" y="3783178"/>
                <a:ext cx="272520" cy="368548"/>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FB68F1AD-F4EE-DD3C-D091-A533A7131471}"/>
                  </a:ext>
                </a:extLst>
              </p14:cNvPr>
              <p14:cNvContentPartPr/>
              <p14:nvPr/>
            </p14:nvContentPartPr>
            <p14:xfrm>
              <a:off x="807752" y="3976988"/>
              <a:ext cx="794520" cy="20160"/>
            </p14:xfrm>
          </p:contentPart>
        </mc:Choice>
        <mc:Fallback xmlns="">
          <p:pic>
            <p:nvPicPr>
              <p:cNvPr id="8" name="Ink 7">
                <a:extLst>
                  <a:ext uri="{FF2B5EF4-FFF2-40B4-BE49-F238E27FC236}">
                    <a16:creationId xmlns:a16="http://schemas.microsoft.com/office/drawing/2014/main" id="{FB68F1AD-F4EE-DD3C-D091-A533A7131471}"/>
                  </a:ext>
                </a:extLst>
              </p:cNvPr>
              <p:cNvPicPr/>
              <p:nvPr/>
            </p:nvPicPr>
            <p:blipFill>
              <a:blip r:embed="rId11"/>
              <a:stretch>
                <a:fillRect/>
              </a:stretch>
            </p:blipFill>
            <p:spPr>
              <a:xfrm>
                <a:off x="717752" y="3793715"/>
                <a:ext cx="974160" cy="386339"/>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9C1BBBAB-96FC-9DBB-B72E-DFE01330243A}"/>
                  </a:ext>
                </a:extLst>
              </p14:cNvPr>
              <p14:cNvContentPartPr/>
              <p14:nvPr/>
            </p14:nvContentPartPr>
            <p14:xfrm>
              <a:off x="467192" y="4005788"/>
              <a:ext cx="1337400" cy="27720"/>
            </p14:xfrm>
          </p:contentPart>
        </mc:Choice>
        <mc:Fallback xmlns="">
          <p:pic>
            <p:nvPicPr>
              <p:cNvPr id="9" name="Ink 8">
                <a:extLst>
                  <a:ext uri="{FF2B5EF4-FFF2-40B4-BE49-F238E27FC236}">
                    <a16:creationId xmlns:a16="http://schemas.microsoft.com/office/drawing/2014/main" id="{9C1BBBAB-96FC-9DBB-B72E-DFE01330243A}"/>
                  </a:ext>
                </a:extLst>
              </p:cNvPr>
              <p:cNvPicPr/>
              <p:nvPr/>
            </p:nvPicPr>
            <p:blipFill>
              <a:blip r:embed="rId13"/>
              <a:stretch>
                <a:fillRect/>
              </a:stretch>
            </p:blipFill>
            <p:spPr>
              <a:xfrm>
                <a:off x="377192" y="3825788"/>
                <a:ext cx="1517040" cy="387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A45EFF67-841D-62FC-63DA-773790B5409E}"/>
                  </a:ext>
                </a:extLst>
              </p14:cNvPr>
              <p14:cNvContentPartPr/>
              <p14:nvPr/>
            </p14:nvContentPartPr>
            <p14:xfrm>
              <a:off x="754832" y="4008668"/>
              <a:ext cx="1177560" cy="39960"/>
            </p14:xfrm>
          </p:contentPart>
        </mc:Choice>
        <mc:Fallback xmlns="">
          <p:pic>
            <p:nvPicPr>
              <p:cNvPr id="10" name="Ink 9">
                <a:extLst>
                  <a:ext uri="{FF2B5EF4-FFF2-40B4-BE49-F238E27FC236}">
                    <a16:creationId xmlns:a16="http://schemas.microsoft.com/office/drawing/2014/main" id="{A45EFF67-841D-62FC-63DA-773790B5409E}"/>
                  </a:ext>
                </a:extLst>
              </p:cNvPr>
              <p:cNvPicPr/>
              <p:nvPr/>
            </p:nvPicPr>
            <p:blipFill>
              <a:blip r:embed="rId15"/>
              <a:stretch>
                <a:fillRect/>
              </a:stretch>
            </p:blipFill>
            <p:spPr>
              <a:xfrm>
                <a:off x="664860" y="3828668"/>
                <a:ext cx="1357145" cy="399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6494EF3B-8442-48F6-F0B4-EE797D747AAA}"/>
                  </a:ext>
                </a:extLst>
              </p14:cNvPr>
              <p14:cNvContentPartPr/>
              <p14:nvPr/>
            </p14:nvContentPartPr>
            <p14:xfrm>
              <a:off x="693272" y="4062668"/>
              <a:ext cx="1213920" cy="2880"/>
            </p14:xfrm>
          </p:contentPart>
        </mc:Choice>
        <mc:Fallback xmlns="">
          <p:pic>
            <p:nvPicPr>
              <p:cNvPr id="11" name="Ink 10">
                <a:extLst>
                  <a:ext uri="{FF2B5EF4-FFF2-40B4-BE49-F238E27FC236}">
                    <a16:creationId xmlns:a16="http://schemas.microsoft.com/office/drawing/2014/main" id="{6494EF3B-8442-48F6-F0B4-EE797D747AAA}"/>
                  </a:ext>
                </a:extLst>
              </p:cNvPr>
              <p:cNvPicPr/>
              <p:nvPr/>
            </p:nvPicPr>
            <p:blipFill>
              <a:blip r:embed="rId17"/>
              <a:stretch>
                <a:fillRect/>
              </a:stretch>
            </p:blipFill>
            <p:spPr>
              <a:xfrm>
                <a:off x="603245" y="3882668"/>
                <a:ext cx="1393613"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ED7FECE9-1BF2-91A1-CF8D-E0DB2B86CB51}"/>
                  </a:ext>
                </a:extLst>
              </p14:cNvPr>
              <p14:cNvContentPartPr/>
              <p14:nvPr/>
            </p14:nvContentPartPr>
            <p14:xfrm>
              <a:off x="746912" y="4050788"/>
              <a:ext cx="893520" cy="6840"/>
            </p14:xfrm>
          </p:contentPart>
        </mc:Choice>
        <mc:Fallback xmlns="">
          <p:pic>
            <p:nvPicPr>
              <p:cNvPr id="12" name="Ink 11">
                <a:extLst>
                  <a:ext uri="{FF2B5EF4-FFF2-40B4-BE49-F238E27FC236}">
                    <a16:creationId xmlns:a16="http://schemas.microsoft.com/office/drawing/2014/main" id="{ED7FECE9-1BF2-91A1-CF8D-E0DB2B86CB51}"/>
                  </a:ext>
                </a:extLst>
              </p:cNvPr>
              <p:cNvPicPr/>
              <p:nvPr/>
            </p:nvPicPr>
            <p:blipFill>
              <a:blip r:embed="rId19"/>
              <a:stretch>
                <a:fillRect/>
              </a:stretch>
            </p:blipFill>
            <p:spPr>
              <a:xfrm>
                <a:off x="656912" y="3879788"/>
                <a:ext cx="1073160" cy="348498"/>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C216073F-5236-4573-2F79-BBCF5A44EF19}"/>
                  </a:ext>
                </a:extLst>
              </p14:cNvPr>
              <p14:cNvContentPartPr/>
              <p14:nvPr/>
            </p14:nvContentPartPr>
            <p14:xfrm>
              <a:off x="719552" y="4041428"/>
              <a:ext cx="1038960" cy="21240"/>
            </p14:xfrm>
          </p:contentPart>
        </mc:Choice>
        <mc:Fallback xmlns="">
          <p:pic>
            <p:nvPicPr>
              <p:cNvPr id="13" name="Ink 12">
                <a:extLst>
                  <a:ext uri="{FF2B5EF4-FFF2-40B4-BE49-F238E27FC236}">
                    <a16:creationId xmlns:a16="http://schemas.microsoft.com/office/drawing/2014/main" id="{C216073F-5236-4573-2F79-BBCF5A44EF19}"/>
                  </a:ext>
                </a:extLst>
              </p:cNvPr>
              <p:cNvPicPr/>
              <p:nvPr/>
            </p:nvPicPr>
            <p:blipFill>
              <a:blip r:embed="rId21"/>
              <a:stretch>
                <a:fillRect/>
              </a:stretch>
            </p:blipFill>
            <p:spPr>
              <a:xfrm>
                <a:off x="629552" y="3864428"/>
                <a:ext cx="1218600" cy="374886"/>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7EB46768-67C9-3D81-7C61-AD8298DB91EF}"/>
                  </a:ext>
                </a:extLst>
              </p14:cNvPr>
              <p14:cNvContentPartPr/>
              <p14:nvPr/>
            </p14:nvContentPartPr>
            <p14:xfrm>
              <a:off x="4091312" y="4197668"/>
              <a:ext cx="675720" cy="22680"/>
            </p14:xfrm>
          </p:contentPart>
        </mc:Choice>
        <mc:Fallback xmlns="">
          <p:pic>
            <p:nvPicPr>
              <p:cNvPr id="14" name="Ink 13">
                <a:extLst>
                  <a:ext uri="{FF2B5EF4-FFF2-40B4-BE49-F238E27FC236}">
                    <a16:creationId xmlns:a16="http://schemas.microsoft.com/office/drawing/2014/main" id="{7EB46768-67C9-3D81-7C61-AD8298DB91EF}"/>
                  </a:ext>
                </a:extLst>
              </p:cNvPr>
              <p:cNvPicPr/>
              <p:nvPr/>
            </p:nvPicPr>
            <p:blipFill>
              <a:blip r:embed="rId23"/>
              <a:stretch>
                <a:fillRect/>
              </a:stretch>
            </p:blipFill>
            <p:spPr>
              <a:xfrm>
                <a:off x="4001312" y="4014765"/>
                <a:ext cx="855360" cy="388121"/>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D0E06739-C965-8C44-703A-1629495E3B26}"/>
                  </a:ext>
                </a:extLst>
              </p14:cNvPr>
              <p14:cNvContentPartPr/>
              <p14:nvPr/>
            </p14:nvContentPartPr>
            <p14:xfrm>
              <a:off x="4014992" y="4148348"/>
              <a:ext cx="511560" cy="30240"/>
            </p14:xfrm>
          </p:contentPart>
        </mc:Choice>
        <mc:Fallback xmlns="">
          <p:pic>
            <p:nvPicPr>
              <p:cNvPr id="15" name="Ink 14">
                <a:extLst>
                  <a:ext uri="{FF2B5EF4-FFF2-40B4-BE49-F238E27FC236}">
                    <a16:creationId xmlns:a16="http://schemas.microsoft.com/office/drawing/2014/main" id="{D0E06739-C965-8C44-703A-1629495E3B26}"/>
                  </a:ext>
                </a:extLst>
              </p:cNvPr>
              <p:cNvPicPr/>
              <p:nvPr/>
            </p:nvPicPr>
            <p:blipFill>
              <a:blip r:embed="rId25"/>
              <a:stretch>
                <a:fillRect/>
              </a:stretch>
            </p:blipFill>
            <p:spPr>
              <a:xfrm>
                <a:off x="3924992" y="3968348"/>
                <a:ext cx="69120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93DC8A80-8223-5EAF-B821-5B69758EB6C7}"/>
                  </a:ext>
                </a:extLst>
              </p14:cNvPr>
              <p14:cNvContentPartPr/>
              <p14:nvPr/>
            </p14:nvContentPartPr>
            <p14:xfrm>
              <a:off x="4200752" y="4105868"/>
              <a:ext cx="340200" cy="10800"/>
            </p14:xfrm>
          </p:contentPart>
        </mc:Choice>
        <mc:Fallback xmlns="">
          <p:pic>
            <p:nvPicPr>
              <p:cNvPr id="18" name="Ink 17">
                <a:extLst>
                  <a:ext uri="{FF2B5EF4-FFF2-40B4-BE49-F238E27FC236}">
                    <a16:creationId xmlns:a16="http://schemas.microsoft.com/office/drawing/2014/main" id="{93DC8A80-8223-5EAF-B821-5B69758EB6C7}"/>
                  </a:ext>
                </a:extLst>
              </p:cNvPr>
              <p:cNvPicPr/>
              <p:nvPr/>
            </p:nvPicPr>
            <p:blipFill>
              <a:blip r:embed="rId27"/>
              <a:stretch>
                <a:fillRect/>
              </a:stretch>
            </p:blipFill>
            <p:spPr>
              <a:xfrm>
                <a:off x="4110752" y="3919661"/>
                <a:ext cx="519840" cy="382841"/>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F6D05D02-4131-CE6C-10E1-22E7A83B32C7}"/>
                  </a:ext>
                </a:extLst>
              </p14:cNvPr>
              <p14:cNvContentPartPr/>
              <p14:nvPr/>
            </p14:nvContentPartPr>
            <p14:xfrm>
              <a:off x="4199312" y="4124228"/>
              <a:ext cx="316080" cy="1800"/>
            </p14:xfrm>
          </p:contentPart>
        </mc:Choice>
        <mc:Fallback xmlns="">
          <p:pic>
            <p:nvPicPr>
              <p:cNvPr id="19" name="Ink 18">
                <a:extLst>
                  <a:ext uri="{FF2B5EF4-FFF2-40B4-BE49-F238E27FC236}">
                    <a16:creationId xmlns:a16="http://schemas.microsoft.com/office/drawing/2014/main" id="{F6D05D02-4131-CE6C-10E1-22E7A83B32C7}"/>
                  </a:ext>
                </a:extLst>
              </p:cNvPr>
              <p:cNvPicPr/>
              <p:nvPr/>
            </p:nvPicPr>
            <p:blipFill>
              <a:blip r:embed="rId29"/>
              <a:stretch>
                <a:fillRect/>
              </a:stretch>
            </p:blipFill>
            <p:spPr>
              <a:xfrm>
                <a:off x="4109209" y="3944228"/>
                <a:ext cx="495925"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EEC01D01-86BC-5681-0A63-6817E69E3901}"/>
                  </a:ext>
                </a:extLst>
              </p14:cNvPr>
              <p14:cNvContentPartPr/>
              <p14:nvPr/>
            </p14:nvContentPartPr>
            <p14:xfrm>
              <a:off x="4141352" y="4108028"/>
              <a:ext cx="352440" cy="5760"/>
            </p14:xfrm>
          </p:contentPart>
        </mc:Choice>
        <mc:Fallback xmlns="">
          <p:pic>
            <p:nvPicPr>
              <p:cNvPr id="20" name="Ink 19">
                <a:extLst>
                  <a:ext uri="{FF2B5EF4-FFF2-40B4-BE49-F238E27FC236}">
                    <a16:creationId xmlns:a16="http://schemas.microsoft.com/office/drawing/2014/main" id="{EEC01D01-86BC-5681-0A63-6817E69E3901}"/>
                  </a:ext>
                </a:extLst>
              </p:cNvPr>
              <p:cNvPicPr/>
              <p:nvPr/>
            </p:nvPicPr>
            <p:blipFill>
              <a:blip r:embed="rId31"/>
              <a:stretch>
                <a:fillRect/>
              </a:stretch>
            </p:blipFill>
            <p:spPr>
              <a:xfrm>
                <a:off x="4051352" y="3928028"/>
                <a:ext cx="53208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EE00E0CB-A22D-B2ED-C91D-96BF4293DE5E}"/>
                  </a:ext>
                </a:extLst>
              </p14:cNvPr>
              <p14:cNvContentPartPr/>
              <p14:nvPr/>
            </p14:nvContentPartPr>
            <p14:xfrm>
              <a:off x="4125152" y="4102988"/>
              <a:ext cx="278640" cy="4680"/>
            </p14:xfrm>
          </p:contentPart>
        </mc:Choice>
        <mc:Fallback xmlns="">
          <p:pic>
            <p:nvPicPr>
              <p:cNvPr id="21" name="Ink 20">
                <a:extLst>
                  <a:ext uri="{FF2B5EF4-FFF2-40B4-BE49-F238E27FC236}">
                    <a16:creationId xmlns:a16="http://schemas.microsoft.com/office/drawing/2014/main" id="{EE00E0CB-A22D-B2ED-C91D-96BF4293DE5E}"/>
                  </a:ext>
                </a:extLst>
              </p:cNvPr>
              <p:cNvPicPr/>
              <p:nvPr/>
            </p:nvPicPr>
            <p:blipFill>
              <a:blip r:embed="rId33"/>
              <a:stretch>
                <a:fillRect/>
              </a:stretch>
            </p:blipFill>
            <p:spPr>
              <a:xfrm>
                <a:off x="4035152" y="3907988"/>
                <a:ext cx="458280" cy="39429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4543006D-06BD-9E7F-1C03-8970B8973124}"/>
                  </a:ext>
                </a:extLst>
              </p14:cNvPr>
              <p14:cNvContentPartPr/>
              <p14:nvPr/>
            </p14:nvContentPartPr>
            <p14:xfrm>
              <a:off x="4118312" y="4107308"/>
              <a:ext cx="360" cy="360"/>
            </p14:xfrm>
          </p:contentPart>
        </mc:Choice>
        <mc:Fallback xmlns="">
          <p:pic>
            <p:nvPicPr>
              <p:cNvPr id="22" name="Ink 21">
                <a:extLst>
                  <a:ext uri="{FF2B5EF4-FFF2-40B4-BE49-F238E27FC236}">
                    <a16:creationId xmlns:a16="http://schemas.microsoft.com/office/drawing/2014/main" id="{4543006D-06BD-9E7F-1C03-8970B8973124}"/>
                  </a:ext>
                </a:extLst>
              </p:cNvPr>
              <p:cNvPicPr/>
              <p:nvPr/>
            </p:nvPicPr>
            <p:blipFill>
              <a:blip r:embed="rId7"/>
              <a:stretch>
                <a:fillRect/>
              </a:stretch>
            </p:blipFill>
            <p:spPr>
              <a:xfrm>
                <a:off x="4028312" y="392730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7466A0B4-4991-46CF-F09B-A1AC575F93FA}"/>
                  </a:ext>
                </a:extLst>
              </p14:cNvPr>
              <p14:cNvContentPartPr/>
              <p14:nvPr/>
            </p14:nvContentPartPr>
            <p14:xfrm>
              <a:off x="4124432" y="4102268"/>
              <a:ext cx="360" cy="360"/>
            </p14:xfrm>
          </p:contentPart>
        </mc:Choice>
        <mc:Fallback xmlns="">
          <p:pic>
            <p:nvPicPr>
              <p:cNvPr id="23" name="Ink 22">
                <a:extLst>
                  <a:ext uri="{FF2B5EF4-FFF2-40B4-BE49-F238E27FC236}">
                    <a16:creationId xmlns:a16="http://schemas.microsoft.com/office/drawing/2014/main" id="{7466A0B4-4991-46CF-F09B-A1AC575F93FA}"/>
                  </a:ext>
                </a:extLst>
              </p:cNvPr>
              <p:cNvPicPr/>
              <p:nvPr/>
            </p:nvPicPr>
            <p:blipFill>
              <a:blip r:embed="rId7"/>
              <a:stretch>
                <a:fillRect/>
              </a:stretch>
            </p:blipFill>
            <p:spPr>
              <a:xfrm>
                <a:off x="4034432" y="392226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4F33F4A4-08A2-5F0F-38CC-BE22635BE100}"/>
                  </a:ext>
                </a:extLst>
              </p14:cNvPr>
              <p14:cNvContentPartPr/>
              <p14:nvPr/>
            </p14:nvContentPartPr>
            <p14:xfrm>
              <a:off x="4124432" y="4101188"/>
              <a:ext cx="360" cy="360"/>
            </p14:xfrm>
          </p:contentPart>
        </mc:Choice>
        <mc:Fallback xmlns="">
          <p:pic>
            <p:nvPicPr>
              <p:cNvPr id="24" name="Ink 23">
                <a:extLst>
                  <a:ext uri="{FF2B5EF4-FFF2-40B4-BE49-F238E27FC236}">
                    <a16:creationId xmlns:a16="http://schemas.microsoft.com/office/drawing/2014/main" id="{4F33F4A4-08A2-5F0F-38CC-BE22635BE100}"/>
                  </a:ext>
                </a:extLst>
              </p:cNvPr>
              <p:cNvPicPr/>
              <p:nvPr/>
            </p:nvPicPr>
            <p:blipFill>
              <a:blip r:embed="rId7"/>
              <a:stretch>
                <a:fillRect/>
              </a:stretch>
            </p:blipFill>
            <p:spPr>
              <a:xfrm>
                <a:off x="4034432" y="392118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6EF08DA7-212B-735B-A267-090105E1FD74}"/>
                  </a:ext>
                </a:extLst>
              </p14:cNvPr>
              <p14:cNvContentPartPr/>
              <p14:nvPr/>
            </p14:nvContentPartPr>
            <p14:xfrm>
              <a:off x="4124432" y="4101188"/>
              <a:ext cx="360" cy="360"/>
            </p14:xfrm>
          </p:contentPart>
        </mc:Choice>
        <mc:Fallback xmlns="">
          <p:pic>
            <p:nvPicPr>
              <p:cNvPr id="25" name="Ink 24">
                <a:extLst>
                  <a:ext uri="{FF2B5EF4-FFF2-40B4-BE49-F238E27FC236}">
                    <a16:creationId xmlns:a16="http://schemas.microsoft.com/office/drawing/2014/main" id="{6EF08DA7-212B-735B-A267-090105E1FD74}"/>
                  </a:ext>
                </a:extLst>
              </p:cNvPr>
              <p:cNvPicPr/>
              <p:nvPr/>
            </p:nvPicPr>
            <p:blipFill>
              <a:blip r:embed="rId7"/>
              <a:stretch>
                <a:fillRect/>
              </a:stretch>
            </p:blipFill>
            <p:spPr>
              <a:xfrm>
                <a:off x="4034432" y="392118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4FBD64EF-5061-83A6-5C5E-951168F4AA0F}"/>
                  </a:ext>
                </a:extLst>
              </p14:cNvPr>
              <p14:cNvContentPartPr/>
              <p14:nvPr/>
            </p14:nvContentPartPr>
            <p14:xfrm>
              <a:off x="4124432" y="4101188"/>
              <a:ext cx="360" cy="360"/>
            </p14:xfrm>
          </p:contentPart>
        </mc:Choice>
        <mc:Fallback xmlns="">
          <p:pic>
            <p:nvPicPr>
              <p:cNvPr id="26" name="Ink 25">
                <a:extLst>
                  <a:ext uri="{FF2B5EF4-FFF2-40B4-BE49-F238E27FC236}">
                    <a16:creationId xmlns:a16="http://schemas.microsoft.com/office/drawing/2014/main" id="{4FBD64EF-5061-83A6-5C5E-951168F4AA0F}"/>
                  </a:ext>
                </a:extLst>
              </p:cNvPr>
              <p:cNvPicPr/>
              <p:nvPr/>
            </p:nvPicPr>
            <p:blipFill>
              <a:blip r:embed="rId7"/>
              <a:stretch>
                <a:fillRect/>
              </a:stretch>
            </p:blipFill>
            <p:spPr>
              <a:xfrm>
                <a:off x="4034432" y="392118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3139E251-C503-7421-A0A8-9621528073DC}"/>
                  </a:ext>
                </a:extLst>
              </p14:cNvPr>
              <p14:cNvContentPartPr/>
              <p14:nvPr/>
            </p14:nvContentPartPr>
            <p14:xfrm>
              <a:off x="4124432" y="4101188"/>
              <a:ext cx="360" cy="360"/>
            </p14:xfrm>
          </p:contentPart>
        </mc:Choice>
        <mc:Fallback xmlns="">
          <p:pic>
            <p:nvPicPr>
              <p:cNvPr id="27" name="Ink 26">
                <a:extLst>
                  <a:ext uri="{FF2B5EF4-FFF2-40B4-BE49-F238E27FC236}">
                    <a16:creationId xmlns:a16="http://schemas.microsoft.com/office/drawing/2014/main" id="{3139E251-C503-7421-A0A8-9621528073DC}"/>
                  </a:ext>
                </a:extLst>
              </p:cNvPr>
              <p:cNvPicPr/>
              <p:nvPr/>
            </p:nvPicPr>
            <p:blipFill>
              <a:blip r:embed="rId7"/>
              <a:stretch>
                <a:fillRect/>
              </a:stretch>
            </p:blipFill>
            <p:spPr>
              <a:xfrm>
                <a:off x="4034432" y="392118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95785699-F9C7-2260-7E17-A55C6CD90164}"/>
                  </a:ext>
                </a:extLst>
              </p14:cNvPr>
              <p14:cNvContentPartPr/>
              <p14:nvPr/>
            </p14:nvContentPartPr>
            <p14:xfrm>
              <a:off x="4124432" y="4101188"/>
              <a:ext cx="360" cy="360"/>
            </p14:xfrm>
          </p:contentPart>
        </mc:Choice>
        <mc:Fallback xmlns="">
          <p:pic>
            <p:nvPicPr>
              <p:cNvPr id="28" name="Ink 27">
                <a:extLst>
                  <a:ext uri="{FF2B5EF4-FFF2-40B4-BE49-F238E27FC236}">
                    <a16:creationId xmlns:a16="http://schemas.microsoft.com/office/drawing/2014/main" id="{95785699-F9C7-2260-7E17-A55C6CD90164}"/>
                  </a:ext>
                </a:extLst>
              </p:cNvPr>
              <p:cNvPicPr/>
              <p:nvPr/>
            </p:nvPicPr>
            <p:blipFill>
              <a:blip r:embed="rId7"/>
              <a:stretch>
                <a:fillRect/>
              </a:stretch>
            </p:blipFill>
            <p:spPr>
              <a:xfrm>
                <a:off x="4034432" y="392118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9" name="Ink 28">
                <a:extLst>
                  <a:ext uri="{FF2B5EF4-FFF2-40B4-BE49-F238E27FC236}">
                    <a16:creationId xmlns:a16="http://schemas.microsoft.com/office/drawing/2014/main" id="{B27DF3A6-D496-CF6F-4190-2A12EFB8DB85}"/>
                  </a:ext>
                </a:extLst>
              </p14:cNvPr>
              <p14:cNvContentPartPr/>
              <p14:nvPr/>
            </p14:nvContentPartPr>
            <p14:xfrm>
              <a:off x="4124432" y="4101188"/>
              <a:ext cx="360" cy="360"/>
            </p14:xfrm>
          </p:contentPart>
        </mc:Choice>
        <mc:Fallback xmlns="">
          <p:pic>
            <p:nvPicPr>
              <p:cNvPr id="29" name="Ink 28">
                <a:extLst>
                  <a:ext uri="{FF2B5EF4-FFF2-40B4-BE49-F238E27FC236}">
                    <a16:creationId xmlns:a16="http://schemas.microsoft.com/office/drawing/2014/main" id="{B27DF3A6-D496-CF6F-4190-2A12EFB8DB85}"/>
                  </a:ext>
                </a:extLst>
              </p:cNvPr>
              <p:cNvPicPr/>
              <p:nvPr/>
            </p:nvPicPr>
            <p:blipFill>
              <a:blip r:embed="rId7"/>
              <a:stretch>
                <a:fillRect/>
              </a:stretch>
            </p:blipFill>
            <p:spPr>
              <a:xfrm>
                <a:off x="4034432" y="392118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1CD8D386-1C4A-60BF-71FF-5E65FE7FDAE6}"/>
                  </a:ext>
                </a:extLst>
              </p14:cNvPr>
              <p14:cNvContentPartPr/>
              <p14:nvPr/>
            </p14:nvContentPartPr>
            <p14:xfrm>
              <a:off x="4124432" y="4101188"/>
              <a:ext cx="360" cy="360"/>
            </p14:xfrm>
          </p:contentPart>
        </mc:Choice>
        <mc:Fallback xmlns="">
          <p:pic>
            <p:nvPicPr>
              <p:cNvPr id="30" name="Ink 29">
                <a:extLst>
                  <a:ext uri="{FF2B5EF4-FFF2-40B4-BE49-F238E27FC236}">
                    <a16:creationId xmlns:a16="http://schemas.microsoft.com/office/drawing/2014/main" id="{1CD8D386-1C4A-60BF-71FF-5E65FE7FDAE6}"/>
                  </a:ext>
                </a:extLst>
              </p:cNvPr>
              <p:cNvPicPr/>
              <p:nvPr/>
            </p:nvPicPr>
            <p:blipFill>
              <a:blip r:embed="rId7"/>
              <a:stretch>
                <a:fillRect/>
              </a:stretch>
            </p:blipFill>
            <p:spPr>
              <a:xfrm>
                <a:off x="4034432" y="392118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1" name="Ink 30">
                <a:extLst>
                  <a:ext uri="{FF2B5EF4-FFF2-40B4-BE49-F238E27FC236}">
                    <a16:creationId xmlns:a16="http://schemas.microsoft.com/office/drawing/2014/main" id="{40E47D43-FC7B-EDE1-7EF8-37D629B238C2}"/>
                  </a:ext>
                </a:extLst>
              </p14:cNvPr>
              <p14:cNvContentPartPr/>
              <p14:nvPr/>
            </p14:nvContentPartPr>
            <p14:xfrm>
              <a:off x="4124432" y="4101188"/>
              <a:ext cx="52920" cy="360"/>
            </p14:xfrm>
          </p:contentPart>
        </mc:Choice>
        <mc:Fallback xmlns="">
          <p:pic>
            <p:nvPicPr>
              <p:cNvPr id="31" name="Ink 30">
                <a:extLst>
                  <a:ext uri="{FF2B5EF4-FFF2-40B4-BE49-F238E27FC236}">
                    <a16:creationId xmlns:a16="http://schemas.microsoft.com/office/drawing/2014/main" id="{40E47D43-FC7B-EDE1-7EF8-37D629B238C2}"/>
                  </a:ext>
                </a:extLst>
              </p:cNvPr>
              <p:cNvPicPr/>
              <p:nvPr/>
            </p:nvPicPr>
            <p:blipFill>
              <a:blip r:embed="rId44"/>
              <a:stretch>
                <a:fillRect/>
              </a:stretch>
            </p:blipFill>
            <p:spPr>
              <a:xfrm>
                <a:off x="4034432" y="3921188"/>
                <a:ext cx="2325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2" name="Ink 31">
                <a:extLst>
                  <a:ext uri="{FF2B5EF4-FFF2-40B4-BE49-F238E27FC236}">
                    <a16:creationId xmlns:a16="http://schemas.microsoft.com/office/drawing/2014/main" id="{89B22D6C-B289-7FD0-E695-90C6EF313ACA}"/>
                  </a:ext>
                </a:extLst>
              </p14:cNvPr>
              <p14:cNvContentPartPr/>
              <p14:nvPr/>
            </p14:nvContentPartPr>
            <p14:xfrm>
              <a:off x="4221632" y="4101188"/>
              <a:ext cx="43920" cy="360"/>
            </p14:xfrm>
          </p:contentPart>
        </mc:Choice>
        <mc:Fallback xmlns="">
          <p:pic>
            <p:nvPicPr>
              <p:cNvPr id="32" name="Ink 31">
                <a:extLst>
                  <a:ext uri="{FF2B5EF4-FFF2-40B4-BE49-F238E27FC236}">
                    <a16:creationId xmlns:a16="http://schemas.microsoft.com/office/drawing/2014/main" id="{89B22D6C-B289-7FD0-E695-90C6EF313ACA}"/>
                  </a:ext>
                </a:extLst>
              </p:cNvPr>
              <p:cNvPicPr/>
              <p:nvPr/>
            </p:nvPicPr>
            <p:blipFill>
              <a:blip r:embed="rId46"/>
              <a:stretch>
                <a:fillRect/>
              </a:stretch>
            </p:blipFill>
            <p:spPr>
              <a:xfrm>
                <a:off x="4131632" y="3921188"/>
                <a:ext cx="2235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3" name="Ink 32">
                <a:extLst>
                  <a:ext uri="{FF2B5EF4-FFF2-40B4-BE49-F238E27FC236}">
                    <a16:creationId xmlns:a16="http://schemas.microsoft.com/office/drawing/2014/main" id="{FC4164BB-3E22-80BA-A6F3-3C8439D44E29}"/>
                  </a:ext>
                </a:extLst>
              </p14:cNvPr>
              <p14:cNvContentPartPr/>
              <p14:nvPr/>
            </p14:nvContentPartPr>
            <p14:xfrm>
              <a:off x="4383632" y="4101188"/>
              <a:ext cx="52200" cy="2880"/>
            </p14:xfrm>
          </p:contentPart>
        </mc:Choice>
        <mc:Fallback xmlns="">
          <p:pic>
            <p:nvPicPr>
              <p:cNvPr id="33" name="Ink 32">
                <a:extLst>
                  <a:ext uri="{FF2B5EF4-FFF2-40B4-BE49-F238E27FC236}">
                    <a16:creationId xmlns:a16="http://schemas.microsoft.com/office/drawing/2014/main" id="{FC4164BB-3E22-80BA-A6F3-3C8439D44E29}"/>
                  </a:ext>
                </a:extLst>
              </p:cNvPr>
              <p:cNvPicPr/>
              <p:nvPr/>
            </p:nvPicPr>
            <p:blipFill>
              <a:blip r:embed="rId48"/>
              <a:stretch>
                <a:fillRect/>
              </a:stretch>
            </p:blipFill>
            <p:spPr>
              <a:xfrm>
                <a:off x="4293007" y="3921188"/>
                <a:ext cx="233088"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Ink 33">
                <a:extLst>
                  <a:ext uri="{FF2B5EF4-FFF2-40B4-BE49-F238E27FC236}">
                    <a16:creationId xmlns:a16="http://schemas.microsoft.com/office/drawing/2014/main" id="{035BD7D0-ECA8-36B0-D85C-EFACB28033A8}"/>
                  </a:ext>
                </a:extLst>
              </p14:cNvPr>
              <p14:cNvContentPartPr/>
              <p14:nvPr/>
            </p14:nvContentPartPr>
            <p14:xfrm>
              <a:off x="4271672" y="4107308"/>
              <a:ext cx="360" cy="360"/>
            </p14:xfrm>
          </p:contentPart>
        </mc:Choice>
        <mc:Fallback xmlns="">
          <p:pic>
            <p:nvPicPr>
              <p:cNvPr id="34" name="Ink 33">
                <a:extLst>
                  <a:ext uri="{FF2B5EF4-FFF2-40B4-BE49-F238E27FC236}">
                    <a16:creationId xmlns:a16="http://schemas.microsoft.com/office/drawing/2014/main" id="{035BD7D0-ECA8-36B0-D85C-EFACB28033A8}"/>
                  </a:ext>
                </a:extLst>
              </p:cNvPr>
              <p:cNvPicPr/>
              <p:nvPr/>
            </p:nvPicPr>
            <p:blipFill>
              <a:blip r:embed="rId7"/>
              <a:stretch>
                <a:fillRect/>
              </a:stretch>
            </p:blipFill>
            <p:spPr>
              <a:xfrm>
                <a:off x="4181672" y="392730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BF20AF99-08E1-02A8-25A5-86D58C12771C}"/>
                  </a:ext>
                </a:extLst>
              </p14:cNvPr>
              <p14:cNvContentPartPr/>
              <p14:nvPr/>
            </p14:nvContentPartPr>
            <p14:xfrm>
              <a:off x="4183472" y="4109828"/>
              <a:ext cx="43200" cy="1440"/>
            </p14:xfrm>
          </p:contentPart>
        </mc:Choice>
        <mc:Fallback xmlns="">
          <p:pic>
            <p:nvPicPr>
              <p:cNvPr id="35" name="Ink 34">
                <a:extLst>
                  <a:ext uri="{FF2B5EF4-FFF2-40B4-BE49-F238E27FC236}">
                    <a16:creationId xmlns:a16="http://schemas.microsoft.com/office/drawing/2014/main" id="{BF20AF99-08E1-02A8-25A5-86D58C12771C}"/>
                  </a:ext>
                </a:extLst>
              </p:cNvPr>
              <p:cNvPicPr/>
              <p:nvPr/>
            </p:nvPicPr>
            <p:blipFill>
              <a:blip r:embed="rId51"/>
              <a:stretch>
                <a:fillRect/>
              </a:stretch>
            </p:blipFill>
            <p:spPr>
              <a:xfrm>
                <a:off x="4093472" y="3965828"/>
                <a:ext cx="222840" cy="289152"/>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C1697F79-BDB4-A080-C507-D4B6BCA534D0}"/>
                  </a:ext>
                </a:extLst>
              </p14:cNvPr>
              <p14:cNvContentPartPr/>
              <p14:nvPr/>
            </p14:nvContentPartPr>
            <p14:xfrm>
              <a:off x="4162232" y="4110908"/>
              <a:ext cx="360" cy="360"/>
            </p14:xfrm>
          </p:contentPart>
        </mc:Choice>
        <mc:Fallback xmlns="">
          <p:pic>
            <p:nvPicPr>
              <p:cNvPr id="36" name="Ink 35">
                <a:extLst>
                  <a:ext uri="{FF2B5EF4-FFF2-40B4-BE49-F238E27FC236}">
                    <a16:creationId xmlns:a16="http://schemas.microsoft.com/office/drawing/2014/main" id="{C1697F79-BDB4-A080-C507-D4B6BCA534D0}"/>
                  </a:ext>
                </a:extLst>
              </p:cNvPr>
              <p:cNvPicPr/>
              <p:nvPr/>
            </p:nvPicPr>
            <p:blipFill>
              <a:blip r:embed="rId7"/>
              <a:stretch>
                <a:fillRect/>
              </a:stretch>
            </p:blipFill>
            <p:spPr>
              <a:xfrm>
                <a:off x="4072232" y="393090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7" name="Ink 36">
                <a:extLst>
                  <a:ext uri="{FF2B5EF4-FFF2-40B4-BE49-F238E27FC236}">
                    <a16:creationId xmlns:a16="http://schemas.microsoft.com/office/drawing/2014/main" id="{F207C507-F396-116A-19BD-2005806D055A}"/>
                  </a:ext>
                </a:extLst>
              </p14:cNvPr>
              <p14:cNvContentPartPr/>
              <p14:nvPr/>
            </p14:nvContentPartPr>
            <p14:xfrm>
              <a:off x="4151432" y="4110908"/>
              <a:ext cx="105840" cy="360"/>
            </p14:xfrm>
          </p:contentPart>
        </mc:Choice>
        <mc:Fallback xmlns="">
          <p:pic>
            <p:nvPicPr>
              <p:cNvPr id="37" name="Ink 36">
                <a:extLst>
                  <a:ext uri="{FF2B5EF4-FFF2-40B4-BE49-F238E27FC236}">
                    <a16:creationId xmlns:a16="http://schemas.microsoft.com/office/drawing/2014/main" id="{F207C507-F396-116A-19BD-2005806D055A}"/>
                  </a:ext>
                </a:extLst>
              </p:cNvPr>
              <p:cNvPicPr/>
              <p:nvPr/>
            </p:nvPicPr>
            <p:blipFill>
              <a:blip r:embed="rId54"/>
              <a:stretch>
                <a:fillRect/>
              </a:stretch>
            </p:blipFill>
            <p:spPr>
              <a:xfrm>
                <a:off x="4061432" y="3930908"/>
                <a:ext cx="28548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8" name="Ink 37">
                <a:extLst>
                  <a:ext uri="{FF2B5EF4-FFF2-40B4-BE49-F238E27FC236}">
                    <a16:creationId xmlns:a16="http://schemas.microsoft.com/office/drawing/2014/main" id="{50826548-95B1-5E9E-8E37-3FF9A4B6E292}"/>
                  </a:ext>
                </a:extLst>
              </p14:cNvPr>
              <p14:cNvContentPartPr/>
              <p14:nvPr/>
            </p14:nvContentPartPr>
            <p14:xfrm>
              <a:off x="4004552" y="4105508"/>
              <a:ext cx="499320" cy="9000"/>
            </p14:xfrm>
          </p:contentPart>
        </mc:Choice>
        <mc:Fallback xmlns="">
          <p:pic>
            <p:nvPicPr>
              <p:cNvPr id="38" name="Ink 37">
                <a:extLst>
                  <a:ext uri="{FF2B5EF4-FFF2-40B4-BE49-F238E27FC236}">
                    <a16:creationId xmlns:a16="http://schemas.microsoft.com/office/drawing/2014/main" id="{50826548-95B1-5E9E-8E37-3FF9A4B6E292}"/>
                  </a:ext>
                </a:extLst>
              </p:cNvPr>
              <p:cNvPicPr/>
              <p:nvPr/>
            </p:nvPicPr>
            <p:blipFill>
              <a:blip r:embed="rId56"/>
              <a:stretch>
                <a:fillRect/>
              </a:stretch>
            </p:blipFill>
            <p:spPr>
              <a:xfrm>
                <a:off x="3914552" y="3925508"/>
                <a:ext cx="67896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9" name="Ink 38">
                <a:extLst>
                  <a:ext uri="{FF2B5EF4-FFF2-40B4-BE49-F238E27FC236}">
                    <a16:creationId xmlns:a16="http://schemas.microsoft.com/office/drawing/2014/main" id="{5F200880-4D08-A052-4C43-26F71E19C381}"/>
                  </a:ext>
                </a:extLst>
              </p14:cNvPr>
              <p14:cNvContentPartPr/>
              <p14:nvPr/>
            </p14:nvContentPartPr>
            <p14:xfrm>
              <a:off x="7876352" y="4020188"/>
              <a:ext cx="1044000" cy="26640"/>
            </p14:xfrm>
          </p:contentPart>
        </mc:Choice>
        <mc:Fallback xmlns="">
          <p:pic>
            <p:nvPicPr>
              <p:cNvPr id="39" name="Ink 38">
                <a:extLst>
                  <a:ext uri="{FF2B5EF4-FFF2-40B4-BE49-F238E27FC236}">
                    <a16:creationId xmlns:a16="http://schemas.microsoft.com/office/drawing/2014/main" id="{5F200880-4D08-A052-4C43-26F71E19C381}"/>
                  </a:ext>
                </a:extLst>
              </p:cNvPr>
              <p:cNvPicPr/>
              <p:nvPr/>
            </p:nvPicPr>
            <p:blipFill>
              <a:blip r:embed="rId58"/>
              <a:stretch>
                <a:fillRect/>
              </a:stretch>
            </p:blipFill>
            <p:spPr>
              <a:xfrm>
                <a:off x="7786352" y="3842588"/>
                <a:ext cx="1223640" cy="381485"/>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0" name="Ink 39">
                <a:extLst>
                  <a:ext uri="{FF2B5EF4-FFF2-40B4-BE49-F238E27FC236}">
                    <a16:creationId xmlns:a16="http://schemas.microsoft.com/office/drawing/2014/main" id="{537D5673-6BDB-F885-A316-74C85D2A6A2C}"/>
                  </a:ext>
                </a:extLst>
              </p14:cNvPr>
              <p14:cNvContentPartPr/>
              <p14:nvPr/>
            </p14:nvContentPartPr>
            <p14:xfrm>
              <a:off x="7741712" y="4051148"/>
              <a:ext cx="1279800" cy="9720"/>
            </p14:xfrm>
          </p:contentPart>
        </mc:Choice>
        <mc:Fallback xmlns="">
          <p:pic>
            <p:nvPicPr>
              <p:cNvPr id="40" name="Ink 39">
                <a:extLst>
                  <a:ext uri="{FF2B5EF4-FFF2-40B4-BE49-F238E27FC236}">
                    <a16:creationId xmlns:a16="http://schemas.microsoft.com/office/drawing/2014/main" id="{537D5673-6BDB-F885-A316-74C85D2A6A2C}"/>
                  </a:ext>
                </a:extLst>
              </p:cNvPr>
              <p:cNvPicPr/>
              <p:nvPr/>
            </p:nvPicPr>
            <p:blipFill>
              <a:blip r:embed="rId60"/>
              <a:stretch>
                <a:fillRect/>
              </a:stretch>
            </p:blipFill>
            <p:spPr>
              <a:xfrm>
                <a:off x="7651737" y="3864225"/>
                <a:ext cx="1459389" cy="383192"/>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1" name="Ink 40">
                <a:extLst>
                  <a:ext uri="{FF2B5EF4-FFF2-40B4-BE49-F238E27FC236}">
                    <a16:creationId xmlns:a16="http://schemas.microsoft.com/office/drawing/2014/main" id="{7D6A27AE-7579-8505-A608-ECCB2D830FA3}"/>
                  </a:ext>
                </a:extLst>
              </p14:cNvPr>
              <p14:cNvContentPartPr/>
              <p14:nvPr/>
            </p14:nvContentPartPr>
            <p14:xfrm>
              <a:off x="7679072" y="4059788"/>
              <a:ext cx="1041840" cy="7560"/>
            </p14:xfrm>
          </p:contentPart>
        </mc:Choice>
        <mc:Fallback xmlns="">
          <p:pic>
            <p:nvPicPr>
              <p:cNvPr id="41" name="Ink 40">
                <a:extLst>
                  <a:ext uri="{FF2B5EF4-FFF2-40B4-BE49-F238E27FC236}">
                    <a16:creationId xmlns:a16="http://schemas.microsoft.com/office/drawing/2014/main" id="{7D6A27AE-7579-8505-A608-ECCB2D830FA3}"/>
                  </a:ext>
                </a:extLst>
              </p:cNvPr>
              <p:cNvPicPr/>
              <p:nvPr/>
            </p:nvPicPr>
            <p:blipFill>
              <a:blip r:embed="rId62"/>
              <a:stretch>
                <a:fillRect/>
              </a:stretch>
            </p:blipFill>
            <p:spPr>
              <a:xfrm>
                <a:off x="7589072" y="3879788"/>
                <a:ext cx="1221480" cy="3672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2" name="Ink 41">
                <a:extLst>
                  <a:ext uri="{FF2B5EF4-FFF2-40B4-BE49-F238E27FC236}">
                    <a16:creationId xmlns:a16="http://schemas.microsoft.com/office/drawing/2014/main" id="{169F0D69-7296-B956-AAC8-2B1CDBB7EF16}"/>
                  </a:ext>
                </a:extLst>
              </p14:cNvPr>
              <p14:cNvContentPartPr/>
              <p14:nvPr/>
            </p14:nvContentPartPr>
            <p14:xfrm>
              <a:off x="7806872" y="4065188"/>
              <a:ext cx="1046880" cy="20880"/>
            </p14:xfrm>
          </p:contentPart>
        </mc:Choice>
        <mc:Fallback xmlns="">
          <p:pic>
            <p:nvPicPr>
              <p:cNvPr id="42" name="Ink 41">
                <a:extLst>
                  <a:ext uri="{FF2B5EF4-FFF2-40B4-BE49-F238E27FC236}">
                    <a16:creationId xmlns:a16="http://schemas.microsoft.com/office/drawing/2014/main" id="{169F0D69-7296-B956-AAC8-2B1CDBB7EF16}"/>
                  </a:ext>
                </a:extLst>
              </p:cNvPr>
              <p:cNvPicPr/>
              <p:nvPr/>
            </p:nvPicPr>
            <p:blipFill>
              <a:blip r:embed="rId64"/>
              <a:stretch>
                <a:fillRect/>
              </a:stretch>
            </p:blipFill>
            <p:spPr>
              <a:xfrm>
                <a:off x="7716872" y="3888239"/>
                <a:ext cx="1226520" cy="374424"/>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3" name="Ink 42">
                <a:extLst>
                  <a:ext uri="{FF2B5EF4-FFF2-40B4-BE49-F238E27FC236}">
                    <a16:creationId xmlns:a16="http://schemas.microsoft.com/office/drawing/2014/main" id="{BEFADF7B-6FA5-E972-E898-1DA0AAAAF398}"/>
                  </a:ext>
                </a:extLst>
              </p14:cNvPr>
              <p14:cNvContentPartPr/>
              <p14:nvPr/>
            </p14:nvContentPartPr>
            <p14:xfrm>
              <a:off x="7795712" y="4069868"/>
              <a:ext cx="1053360" cy="23760"/>
            </p14:xfrm>
          </p:contentPart>
        </mc:Choice>
        <mc:Fallback xmlns="">
          <p:pic>
            <p:nvPicPr>
              <p:cNvPr id="43" name="Ink 42">
                <a:extLst>
                  <a:ext uri="{FF2B5EF4-FFF2-40B4-BE49-F238E27FC236}">
                    <a16:creationId xmlns:a16="http://schemas.microsoft.com/office/drawing/2014/main" id="{BEFADF7B-6FA5-E972-E898-1DA0AAAAF398}"/>
                  </a:ext>
                </a:extLst>
              </p:cNvPr>
              <p:cNvPicPr/>
              <p:nvPr/>
            </p:nvPicPr>
            <p:blipFill>
              <a:blip r:embed="rId66"/>
              <a:stretch>
                <a:fillRect/>
              </a:stretch>
            </p:blipFill>
            <p:spPr>
              <a:xfrm>
                <a:off x="7705712" y="3889868"/>
                <a:ext cx="123300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4" name="Ink 43">
                <a:extLst>
                  <a:ext uri="{FF2B5EF4-FFF2-40B4-BE49-F238E27FC236}">
                    <a16:creationId xmlns:a16="http://schemas.microsoft.com/office/drawing/2014/main" id="{0F6781C6-33C1-6915-BAAB-4AA6CDFDCAF9}"/>
                  </a:ext>
                </a:extLst>
              </p14:cNvPr>
              <p14:cNvContentPartPr/>
              <p14:nvPr/>
            </p14:nvContentPartPr>
            <p14:xfrm>
              <a:off x="7611032" y="4068428"/>
              <a:ext cx="1291320" cy="38520"/>
            </p14:xfrm>
          </p:contentPart>
        </mc:Choice>
        <mc:Fallback xmlns="">
          <p:pic>
            <p:nvPicPr>
              <p:cNvPr id="44" name="Ink 43">
                <a:extLst>
                  <a:ext uri="{FF2B5EF4-FFF2-40B4-BE49-F238E27FC236}">
                    <a16:creationId xmlns:a16="http://schemas.microsoft.com/office/drawing/2014/main" id="{0F6781C6-33C1-6915-BAAB-4AA6CDFDCAF9}"/>
                  </a:ext>
                </a:extLst>
              </p:cNvPr>
              <p:cNvPicPr/>
              <p:nvPr/>
            </p:nvPicPr>
            <p:blipFill>
              <a:blip r:embed="rId68"/>
              <a:stretch>
                <a:fillRect/>
              </a:stretch>
            </p:blipFill>
            <p:spPr>
              <a:xfrm>
                <a:off x="7521032" y="3888428"/>
                <a:ext cx="147096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5" name="Ink 44">
                <a:extLst>
                  <a:ext uri="{FF2B5EF4-FFF2-40B4-BE49-F238E27FC236}">
                    <a16:creationId xmlns:a16="http://schemas.microsoft.com/office/drawing/2014/main" id="{4CDD139F-6143-5EEC-86B5-1388B89CA6B4}"/>
                  </a:ext>
                </a:extLst>
              </p14:cNvPr>
              <p14:cNvContentPartPr/>
              <p14:nvPr/>
            </p14:nvContentPartPr>
            <p14:xfrm>
              <a:off x="7555592" y="4080308"/>
              <a:ext cx="1015560" cy="28440"/>
            </p14:xfrm>
          </p:contentPart>
        </mc:Choice>
        <mc:Fallback xmlns="">
          <p:pic>
            <p:nvPicPr>
              <p:cNvPr id="45" name="Ink 44">
                <a:extLst>
                  <a:ext uri="{FF2B5EF4-FFF2-40B4-BE49-F238E27FC236}">
                    <a16:creationId xmlns:a16="http://schemas.microsoft.com/office/drawing/2014/main" id="{4CDD139F-6143-5EEC-86B5-1388B89CA6B4}"/>
                  </a:ext>
                </a:extLst>
              </p:cNvPr>
              <p:cNvPicPr/>
              <p:nvPr/>
            </p:nvPicPr>
            <p:blipFill>
              <a:blip r:embed="rId70"/>
              <a:stretch>
                <a:fillRect/>
              </a:stretch>
            </p:blipFill>
            <p:spPr>
              <a:xfrm>
                <a:off x="7465592" y="3898000"/>
                <a:ext cx="1195200" cy="392691"/>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6" name="Ink 45">
                <a:extLst>
                  <a:ext uri="{FF2B5EF4-FFF2-40B4-BE49-F238E27FC236}">
                    <a16:creationId xmlns:a16="http://schemas.microsoft.com/office/drawing/2014/main" id="{B3EADF3B-0747-5B98-832C-BBF19D48F5EA}"/>
                  </a:ext>
                </a:extLst>
              </p14:cNvPr>
              <p14:cNvContentPartPr/>
              <p14:nvPr/>
            </p14:nvContentPartPr>
            <p14:xfrm>
              <a:off x="7633712" y="4075268"/>
              <a:ext cx="1064520" cy="32400"/>
            </p14:xfrm>
          </p:contentPart>
        </mc:Choice>
        <mc:Fallback xmlns="">
          <p:pic>
            <p:nvPicPr>
              <p:cNvPr id="46" name="Ink 45">
                <a:extLst>
                  <a:ext uri="{FF2B5EF4-FFF2-40B4-BE49-F238E27FC236}">
                    <a16:creationId xmlns:a16="http://schemas.microsoft.com/office/drawing/2014/main" id="{B3EADF3B-0747-5B98-832C-BBF19D48F5EA}"/>
                  </a:ext>
                </a:extLst>
              </p:cNvPr>
              <p:cNvPicPr/>
              <p:nvPr/>
            </p:nvPicPr>
            <p:blipFill>
              <a:blip r:embed="rId72"/>
              <a:stretch>
                <a:fillRect/>
              </a:stretch>
            </p:blipFill>
            <p:spPr>
              <a:xfrm>
                <a:off x="7543712" y="3895268"/>
                <a:ext cx="124416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7" name="Ink 46">
                <a:extLst>
                  <a:ext uri="{FF2B5EF4-FFF2-40B4-BE49-F238E27FC236}">
                    <a16:creationId xmlns:a16="http://schemas.microsoft.com/office/drawing/2014/main" id="{E43D63F4-78F4-A453-7EA4-53696DAFD98F}"/>
                  </a:ext>
                </a:extLst>
              </p14:cNvPr>
              <p14:cNvContentPartPr/>
              <p14:nvPr/>
            </p14:nvContentPartPr>
            <p14:xfrm>
              <a:off x="7699592" y="4067708"/>
              <a:ext cx="794160" cy="11880"/>
            </p14:xfrm>
          </p:contentPart>
        </mc:Choice>
        <mc:Fallback xmlns="">
          <p:pic>
            <p:nvPicPr>
              <p:cNvPr id="47" name="Ink 46">
                <a:extLst>
                  <a:ext uri="{FF2B5EF4-FFF2-40B4-BE49-F238E27FC236}">
                    <a16:creationId xmlns:a16="http://schemas.microsoft.com/office/drawing/2014/main" id="{E43D63F4-78F4-A453-7EA4-53696DAFD98F}"/>
                  </a:ext>
                </a:extLst>
              </p:cNvPr>
              <p:cNvPicPr/>
              <p:nvPr/>
            </p:nvPicPr>
            <p:blipFill>
              <a:blip r:embed="rId74"/>
              <a:stretch>
                <a:fillRect/>
              </a:stretch>
            </p:blipFill>
            <p:spPr>
              <a:xfrm>
                <a:off x="7609592" y="3887708"/>
                <a:ext cx="97380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8" name="Ink 47">
                <a:extLst>
                  <a:ext uri="{FF2B5EF4-FFF2-40B4-BE49-F238E27FC236}">
                    <a16:creationId xmlns:a16="http://schemas.microsoft.com/office/drawing/2014/main" id="{8826A3EA-4ECC-60CD-DEFE-43B77F242C96}"/>
                  </a:ext>
                </a:extLst>
              </p14:cNvPr>
              <p14:cNvContentPartPr/>
              <p14:nvPr/>
            </p14:nvContentPartPr>
            <p14:xfrm>
              <a:off x="11465552" y="4122428"/>
              <a:ext cx="223920" cy="2160"/>
            </p14:xfrm>
          </p:contentPart>
        </mc:Choice>
        <mc:Fallback xmlns="">
          <p:pic>
            <p:nvPicPr>
              <p:cNvPr id="48" name="Ink 47">
                <a:extLst>
                  <a:ext uri="{FF2B5EF4-FFF2-40B4-BE49-F238E27FC236}">
                    <a16:creationId xmlns:a16="http://schemas.microsoft.com/office/drawing/2014/main" id="{8826A3EA-4ECC-60CD-DEFE-43B77F242C96}"/>
                  </a:ext>
                </a:extLst>
              </p:cNvPr>
              <p:cNvPicPr/>
              <p:nvPr/>
            </p:nvPicPr>
            <p:blipFill>
              <a:blip r:embed="rId76"/>
              <a:stretch>
                <a:fillRect/>
              </a:stretch>
            </p:blipFill>
            <p:spPr>
              <a:xfrm>
                <a:off x="11375552" y="3906428"/>
                <a:ext cx="403560" cy="433728"/>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9" name="Ink 48">
                <a:extLst>
                  <a:ext uri="{FF2B5EF4-FFF2-40B4-BE49-F238E27FC236}">
                    <a16:creationId xmlns:a16="http://schemas.microsoft.com/office/drawing/2014/main" id="{6389D7FB-6FB8-4582-2382-A1CF97EBEF08}"/>
                  </a:ext>
                </a:extLst>
              </p14:cNvPr>
              <p14:cNvContentPartPr/>
              <p14:nvPr/>
            </p14:nvContentPartPr>
            <p14:xfrm>
              <a:off x="11399312" y="4119188"/>
              <a:ext cx="292320" cy="8280"/>
            </p14:xfrm>
          </p:contentPart>
        </mc:Choice>
        <mc:Fallback xmlns="">
          <p:pic>
            <p:nvPicPr>
              <p:cNvPr id="49" name="Ink 48">
                <a:extLst>
                  <a:ext uri="{FF2B5EF4-FFF2-40B4-BE49-F238E27FC236}">
                    <a16:creationId xmlns:a16="http://schemas.microsoft.com/office/drawing/2014/main" id="{6389D7FB-6FB8-4582-2382-A1CF97EBEF08}"/>
                  </a:ext>
                </a:extLst>
              </p:cNvPr>
              <p:cNvPicPr/>
              <p:nvPr/>
            </p:nvPicPr>
            <p:blipFill>
              <a:blip r:embed="rId78"/>
              <a:stretch>
                <a:fillRect/>
              </a:stretch>
            </p:blipFill>
            <p:spPr>
              <a:xfrm>
                <a:off x="11309312" y="3939188"/>
                <a:ext cx="47196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0" name="Ink 49">
                <a:extLst>
                  <a:ext uri="{FF2B5EF4-FFF2-40B4-BE49-F238E27FC236}">
                    <a16:creationId xmlns:a16="http://schemas.microsoft.com/office/drawing/2014/main" id="{DAC83363-2C31-454F-3662-2E39BB98D56B}"/>
                  </a:ext>
                </a:extLst>
              </p14:cNvPr>
              <p14:cNvContentPartPr/>
              <p14:nvPr/>
            </p14:nvContentPartPr>
            <p14:xfrm>
              <a:off x="11398592" y="4102988"/>
              <a:ext cx="247320" cy="24480"/>
            </p14:xfrm>
          </p:contentPart>
        </mc:Choice>
        <mc:Fallback xmlns="">
          <p:pic>
            <p:nvPicPr>
              <p:cNvPr id="50" name="Ink 49">
                <a:extLst>
                  <a:ext uri="{FF2B5EF4-FFF2-40B4-BE49-F238E27FC236}">
                    <a16:creationId xmlns:a16="http://schemas.microsoft.com/office/drawing/2014/main" id="{DAC83363-2C31-454F-3662-2E39BB98D56B}"/>
                  </a:ext>
                </a:extLst>
              </p:cNvPr>
              <p:cNvPicPr/>
              <p:nvPr/>
            </p:nvPicPr>
            <p:blipFill>
              <a:blip r:embed="rId80"/>
              <a:stretch>
                <a:fillRect/>
              </a:stretch>
            </p:blipFill>
            <p:spPr>
              <a:xfrm>
                <a:off x="11308592" y="3922988"/>
                <a:ext cx="42696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1" name="Ink 50">
                <a:extLst>
                  <a:ext uri="{FF2B5EF4-FFF2-40B4-BE49-F238E27FC236}">
                    <a16:creationId xmlns:a16="http://schemas.microsoft.com/office/drawing/2014/main" id="{B9023823-5982-8A27-6EF8-DE87AD4BD3F6}"/>
                  </a:ext>
                </a:extLst>
              </p14:cNvPr>
              <p14:cNvContentPartPr/>
              <p14:nvPr/>
            </p14:nvContentPartPr>
            <p14:xfrm>
              <a:off x="11577512" y="4096868"/>
              <a:ext cx="105480" cy="6480"/>
            </p14:xfrm>
          </p:contentPart>
        </mc:Choice>
        <mc:Fallback xmlns="">
          <p:pic>
            <p:nvPicPr>
              <p:cNvPr id="51" name="Ink 50">
                <a:extLst>
                  <a:ext uri="{FF2B5EF4-FFF2-40B4-BE49-F238E27FC236}">
                    <a16:creationId xmlns:a16="http://schemas.microsoft.com/office/drawing/2014/main" id="{B9023823-5982-8A27-6EF8-DE87AD4BD3F6}"/>
                  </a:ext>
                </a:extLst>
              </p:cNvPr>
              <p:cNvPicPr/>
              <p:nvPr/>
            </p:nvPicPr>
            <p:blipFill>
              <a:blip r:embed="rId82"/>
              <a:stretch>
                <a:fillRect/>
              </a:stretch>
            </p:blipFill>
            <p:spPr>
              <a:xfrm>
                <a:off x="11487512" y="3926342"/>
                <a:ext cx="285120" cy="347192"/>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2" name="Ink 51">
                <a:extLst>
                  <a:ext uri="{FF2B5EF4-FFF2-40B4-BE49-F238E27FC236}">
                    <a16:creationId xmlns:a16="http://schemas.microsoft.com/office/drawing/2014/main" id="{A96717D0-3EEF-DE02-B86E-4990525EDA60}"/>
                  </a:ext>
                </a:extLst>
              </p14:cNvPr>
              <p14:cNvContentPartPr/>
              <p14:nvPr/>
            </p14:nvContentPartPr>
            <p14:xfrm>
              <a:off x="11532872" y="4097948"/>
              <a:ext cx="159120" cy="7920"/>
            </p14:xfrm>
          </p:contentPart>
        </mc:Choice>
        <mc:Fallback xmlns="">
          <p:pic>
            <p:nvPicPr>
              <p:cNvPr id="52" name="Ink 51">
                <a:extLst>
                  <a:ext uri="{FF2B5EF4-FFF2-40B4-BE49-F238E27FC236}">
                    <a16:creationId xmlns:a16="http://schemas.microsoft.com/office/drawing/2014/main" id="{A96717D0-3EEF-DE02-B86E-4990525EDA60}"/>
                  </a:ext>
                </a:extLst>
              </p:cNvPr>
              <p:cNvPicPr/>
              <p:nvPr/>
            </p:nvPicPr>
            <p:blipFill>
              <a:blip r:embed="rId84"/>
              <a:stretch>
                <a:fillRect/>
              </a:stretch>
            </p:blipFill>
            <p:spPr>
              <a:xfrm>
                <a:off x="11442872" y="3909377"/>
                <a:ext cx="338760" cy="384686"/>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3" name="Ink 52">
                <a:extLst>
                  <a:ext uri="{FF2B5EF4-FFF2-40B4-BE49-F238E27FC236}">
                    <a16:creationId xmlns:a16="http://schemas.microsoft.com/office/drawing/2014/main" id="{04173753-6B0B-D5B2-CC38-C6DD8BB34890}"/>
                  </a:ext>
                </a:extLst>
              </p14:cNvPr>
              <p14:cNvContentPartPr/>
              <p14:nvPr/>
            </p14:nvContentPartPr>
            <p14:xfrm>
              <a:off x="11716472" y="4093988"/>
              <a:ext cx="360" cy="360"/>
            </p14:xfrm>
          </p:contentPart>
        </mc:Choice>
        <mc:Fallback xmlns="">
          <p:pic>
            <p:nvPicPr>
              <p:cNvPr id="53" name="Ink 52">
                <a:extLst>
                  <a:ext uri="{FF2B5EF4-FFF2-40B4-BE49-F238E27FC236}">
                    <a16:creationId xmlns:a16="http://schemas.microsoft.com/office/drawing/2014/main" id="{04173753-6B0B-D5B2-CC38-C6DD8BB34890}"/>
                  </a:ext>
                </a:extLst>
              </p:cNvPr>
              <p:cNvPicPr/>
              <p:nvPr/>
            </p:nvPicPr>
            <p:blipFill>
              <a:blip r:embed="rId7"/>
              <a:stretch>
                <a:fillRect/>
              </a:stretch>
            </p:blipFill>
            <p:spPr>
              <a:xfrm>
                <a:off x="11626472" y="391398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65F97F16-6B33-E8EC-28D8-42C4ED6C1C2F}"/>
                  </a:ext>
                </a:extLst>
              </p14:cNvPr>
              <p14:cNvContentPartPr/>
              <p14:nvPr/>
            </p14:nvContentPartPr>
            <p14:xfrm>
              <a:off x="11542952" y="4097948"/>
              <a:ext cx="68040" cy="2520"/>
            </p14:xfrm>
          </p:contentPart>
        </mc:Choice>
        <mc:Fallback xmlns="">
          <p:pic>
            <p:nvPicPr>
              <p:cNvPr id="54" name="Ink 53">
                <a:extLst>
                  <a:ext uri="{FF2B5EF4-FFF2-40B4-BE49-F238E27FC236}">
                    <a16:creationId xmlns:a16="http://schemas.microsoft.com/office/drawing/2014/main" id="{65F97F16-6B33-E8EC-28D8-42C4ED6C1C2F}"/>
                  </a:ext>
                </a:extLst>
              </p:cNvPr>
              <p:cNvPicPr/>
              <p:nvPr/>
            </p:nvPicPr>
            <p:blipFill>
              <a:blip r:embed="rId87"/>
              <a:stretch>
                <a:fillRect/>
              </a:stretch>
            </p:blipFill>
            <p:spPr>
              <a:xfrm>
                <a:off x="11452473" y="3887948"/>
                <a:ext cx="248636" cy="4221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5" name="Ink 54">
                <a:extLst>
                  <a:ext uri="{FF2B5EF4-FFF2-40B4-BE49-F238E27FC236}">
                    <a16:creationId xmlns:a16="http://schemas.microsoft.com/office/drawing/2014/main" id="{38F05EAD-FE6B-1E03-AC56-D9D663AB59EB}"/>
                  </a:ext>
                </a:extLst>
              </p14:cNvPr>
              <p14:cNvContentPartPr/>
              <p14:nvPr/>
            </p14:nvContentPartPr>
            <p14:xfrm>
              <a:off x="11639792" y="4097228"/>
              <a:ext cx="360" cy="360"/>
            </p14:xfrm>
          </p:contentPart>
        </mc:Choice>
        <mc:Fallback xmlns="">
          <p:pic>
            <p:nvPicPr>
              <p:cNvPr id="55" name="Ink 54">
                <a:extLst>
                  <a:ext uri="{FF2B5EF4-FFF2-40B4-BE49-F238E27FC236}">
                    <a16:creationId xmlns:a16="http://schemas.microsoft.com/office/drawing/2014/main" id="{38F05EAD-FE6B-1E03-AC56-D9D663AB59EB}"/>
                  </a:ext>
                </a:extLst>
              </p:cNvPr>
              <p:cNvPicPr/>
              <p:nvPr/>
            </p:nvPicPr>
            <p:blipFill>
              <a:blip r:embed="rId7"/>
              <a:stretch>
                <a:fillRect/>
              </a:stretch>
            </p:blipFill>
            <p:spPr>
              <a:xfrm>
                <a:off x="11549792" y="3917228"/>
                <a:ext cx="180000" cy="360000"/>
              </a:xfrm>
              <a:prstGeom prst="rect">
                <a:avLst/>
              </a:prstGeom>
            </p:spPr>
          </p:pic>
        </mc:Fallback>
      </mc:AlternateContent>
      <p:sp>
        <p:nvSpPr>
          <p:cNvPr id="56" name="Rectangle 55">
            <a:extLst>
              <a:ext uri="{FF2B5EF4-FFF2-40B4-BE49-F238E27FC236}">
                <a16:creationId xmlns:a16="http://schemas.microsoft.com/office/drawing/2014/main" id="{04D4B87F-5270-AAB0-D0D3-B919AA3CD804}"/>
              </a:ext>
            </a:extLst>
          </p:cNvPr>
          <p:cNvSpPr/>
          <p:nvPr/>
        </p:nvSpPr>
        <p:spPr>
          <a:xfrm>
            <a:off x="308919" y="1088921"/>
            <a:ext cx="4232033" cy="3384225"/>
          </a:xfrm>
          <a:prstGeom prst="rect">
            <a:avLst/>
          </a:prstGeom>
          <a:noFill/>
          <a:ln w="57150">
            <a:solidFill>
              <a:srgbClr val="FF3B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13393DD1-3E6E-A42C-7F49-496643B490F9}"/>
              </a:ext>
            </a:extLst>
          </p:cNvPr>
          <p:cNvSpPr txBox="1"/>
          <p:nvPr/>
        </p:nvSpPr>
        <p:spPr>
          <a:xfrm>
            <a:off x="583112" y="4595160"/>
            <a:ext cx="3774240" cy="307777"/>
          </a:xfrm>
          <a:prstGeom prst="rect">
            <a:avLst/>
          </a:prstGeom>
          <a:noFill/>
        </p:spPr>
        <p:txBody>
          <a:bodyPr wrap="square" rtlCol="0">
            <a:spAutoFit/>
          </a:bodyPr>
          <a:lstStyle/>
          <a:p>
            <a:pPr algn="ctr"/>
            <a:r>
              <a:rPr lang="en-GB" sz="1400" b="1" dirty="0">
                <a:latin typeface="Helvetica Neue" panose="02000503000000020004" pitchFamily="2" charset="0"/>
                <a:ea typeface="Helvetica Neue" panose="02000503000000020004" pitchFamily="2" charset="0"/>
                <a:cs typeface="Helvetica Neue" panose="02000503000000020004" pitchFamily="2" charset="0"/>
              </a:rPr>
              <a:t>Scenario 1: US Population Density</a:t>
            </a:r>
          </a:p>
        </p:txBody>
      </p:sp>
      <p:sp>
        <p:nvSpPr>
          <p:cNvPr id="16" name="Slide Number Placeholder 3">
            <a:extLst>
              <a:ext uri="{FF2B5EF4-FFF2-40B4-BE49-F238E27FC236}">
                <a16:creationId xmlns:a16="http://schemas.microsoft.com/office/drawing/2014/main" id="{7667233B-2E2C-AD1C-55A2-AA82FDF50C58}"/>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5</a:t>
            </a:fld>
            <a:endParaRPr lang="en-US" dirty="0">
              <a:solidFill>
                <a:srgbClr val="000000"/>
              </a:solidFill>
              <a:cs typeface="ＭＳ Ｐゴシック" charset="0"/>
            </a:endParaRPr>
          </a:p>
        </p:txBody>
      </p:sp>
    </p:spTree>
    <p:extLst>
      <p:ext uri="{BB962C8B-B14F-4D97-AF65-F5344CB8AC3E}">
        <p14:creationId xmlns:p14="http://schemas.microsoft.com/office/powerpoint/2010/main" val="621341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D694A51-8986-F5EA-B471-E58D71ECAD42}"/>
              </a:ext>
            </a:extLst>
          </p:cNvPr>
          <p:cNvSpPr/>
          <p:nvPr/>
        </p:nvSpPr>
        <p:spPr>
          <a:xfrm>
            <a:off x="225272" y="5303950"/>
            <a:ext cx="11654718" cy="14592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Content Placeholder 2">
            <a:extLst>
              <a:ext uri="{FF2B5EF4-FFF2-40B4-BE49-F238E27FC236}">
                <a16:creationId xmlns:a16="http://schemas.microsoft.com/office/drawing/2014/main" id="{9045B5D4-7B01-DC55-E044-AE1F941E8708}"/>
              </a:ext>
            </a:extLst>
          </p:cNvPr>
          <p:cNvSpPr txBox="1">
            <a:spLocks/>
          </p:cNvSpPr>
          <p:nvPr/>
        </p:nvSpPr>
        <p:spPr>
          <a:xfrm>
            <a:off x="436179" y="475157"/>
            <a:ext cx="11319642" cy="6296345"/>
          </a:xfrm>
          <a:prstGeom prst="rect">
            <a:avLst/>
          </a:prstGeom>
          <a:noFill/>
          <a:ln>
            <a:noFill/>
          </a:ln>
        </p:spPr>
        <p:txBody>
          <a:bodyPr>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b="1" dirty="0">
                <a:latin typeface="Helvetica Neue" panose="02000503000000020004" pitchFamily="2" charset="0"/>
                <a:ea typeface="Helvetica Neue" panose="02000503000000020004" pitchFamily="2" charset="0"/>
                <a:cs typeface="Helvetica Neue" panose="02000503000000020004" pitchFamily="2" charset="0"/>
              </a:rPr>
              <a:t>We can apply these hypotheses tests on these scenarios </a:t>
            </a: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pPr>
              <a:buFont typeface="Wingdings" pitchFamily="2" charset="2"/>
              <a:buChar char="§"/>
            </a:pPr>
            <a:endParaRPr lang="en-US" sz="2000" b="1" dirty="0">
              <a:latin typeface="Helvetica Neue" panose="02000503000000020004" pitchFamily="2" charset="0"/>
              <a:ea typeface="Helvetica Neue" panose="02000503000000020004" pitchFamily="2" charset="0"/>
              <a:cs typeface="Helvetica Neue" panose="02000503000000020004" pitchFamily="2" charset="0"/>
            </a:endParaRPr>
          </a:p>
          <a:p>
            <a:pPr>
              <a:buFont typeface="Wingdings" pitchFamily="2" charset="2"/>
              <a:buChar char="§"/>
            </a:pPr>
            <a:r>
              <a:rPr lang="en-US" sz="2000" b="1" dirty="0">
                <a:latin typeface="Helvetica Neue" panose="02000503000000020004" pitchFamily="2" charset="0"/>
                <a:ea typeface="Helvetica Neue" panose="02000503000000020004" pitchFamily="2" charset="0"/>
                <a:cs typeface="Helvetica Neue" panose="02000503000000020004" pitchFamily="2" charset="0"/>
              </a:rPr>
              <a:t>Null hypothesis: </a:t>
            </a:r>
            <a:r>
              <a:rPr lang="en-US" sz="2000" dirty="0">
                <a:latin typeface="Helvetica Neue" panose="02000503000000020004" pitchFamily="2" charset="0"/>
                <a:ea typeface="Helvetica Neue" panose="02000503000000020004" pitchFamily="2" charset="0"/>
                <a:cs typeface="Helvetica Neue" panose="02000503000000020004" pitchFamily="2" charset="0"/>
              </a:rPr>
              <a:t>The spatial patterns for the US Population Density are independent. They are random. </a:t>
            </a:r>
            <a:r>
              <a:rPr lang="en-US" sz="20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[Here, we would accept the null hypothesis] </a:t>
            </a:r>
            <a:endParaRPr lang="en-US" sz="20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a:p>
            <a:pPr>
              <a:buFont typeface="Wingdings" pitchFamily="2" charset="2"/>
              <a:buChar char="§"/>
            </a:pPr>
            <a:r>
              <a:rPr lang="en-US" sz="2000" b="1" dirty="0">
                <a:latin typeface="Helvetica Neue" panose="02000503000000020004" pitchFamily="2" charset="0"/>
                <a:ea typeface="Helvetica Neue" panose="02000503000000020004" pitchFamily="2" charset="0"/>
                <a:cs typeface="Helvetica Neue" panose="02000503000000020004" pitchFamily="2" charset="0"/>
              </a:rPr>
              <a:t>Alternative hypothesis: </a:t>
            </a:r>
            <a:r>
              <a:rPr lang="en-US" sz="2000" dirty="0">
                <a:latin typeface="Helvetica Neue" panose="02000503000000020004" pitchFamily="2" charset="0"/>
                <a:ea typeface="Helvetica Neue" panose="02000503000000020004" pitchFamily="2" charset="0"/>
                <a:cs typeface="Helvetica Neue" panose="02000503000000020004" pitchFamily="2" charset="0"/>
              </a:rPr>
              <a:t>The patterns for the US Population Density are not random. They are indeed clustered. </a:t>
            </a:r>
            <a:r>
              <a:rPr lang="en-US" sz="20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[Here, we would reject the alternative hypothesis] </a:t>
            </a:r>
            <a:endParaRPr lang="en-US" sz="2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4" name="Picture 3" descr="Text, letter&#10;&#10;Description automatically generated">
            <a:extLst>
              <a:ext uri="{FF2B5EF4-FFF2-40B4-BE49-F238E27FC236}">
                <a16:creationId xmlns:a16="http://schemas.microsoft.com/office/drawing/2014/main" id="{7CC97B73-C768-CC55-4B37-6B4EBBE8BE09}"/>
              </a:ext>
            </a:extLst>
          </p:cNvPr>
          <p:cNvPicPr>
            <a:picLocks noChangeAspect="1"/>
          </p:cNvPicPr>
          <p:nvPr/>
        </p:nvPicPr>
        <p:blipFill>
          <a:blip r:embed="rId3"/>
          <a:stretch>
            <a:fillRect/>
          </a:stretch>
        </p:blipFill>
        <p:spPr>
          <a:xfrm>
            <a:off x="433088" y="1088921"/>
            <a:ext cx="11322733" cy="3038236"/>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58168AC-8009-5832-94D9-772BA72200C8}"/>
                  </a:ext>
                </a:extLst>
              </p14:cNvPr>
              <p14:cNvContentPartPr/>
              <p14:nvPr/>
            </p14:nvContentPartPr>
            <p14:xfrm>
              <a:off x="409232" y="3934868"/>
              <a:ext cx="1314000" cy="156600"/>
            </p14:xfrm>
          </p:contentPart>
        </mc:Choice>
        <mc:Fallback xmlns="">
          <p:pic>
            <p:nvPicPr>
              <p:cNvPr id="5" name="Ink 4">
                <a:extLst>
                  <a:ext uri="{FF2B5EF4-FFF2-40B4-BE49-F238E27FC236}">
                    <a16:creationId xmlns:a16="http://schemas.microsoft.com/office/drawing/2014/main" id="{958168AC-8009-5832-94D9-772BA72200C8}"/>
                  </a:ext>
                </a:extLst>
              </p:cNvPr>
              <p:cNvPicPr/>
              <p:nvPr/>
            </p:nvPicPr>
            <p:blipFill>
              <a:blip r:embed="rId5"/>
              <a:stretch>
                <a:fillRect/>
              </a:stretch>
            </p:blipFill>
            <p:spPr>
              <a:xfrm>
                <a:off x="319592" y="3754868"/>
                <a:ext cx="1493640" cy="516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1BCF52DD-149E-CF4C-7B77-D509C2C74F81}"/>
                  </a:ext>
                </a:extLst>
              </p14:cNvPr>
              <p14:cNvContentPartPr/>
              <p14:nvPr/>
            </p14:nvContentPartPr>
            <p14:xfrm>
              <a:off x="669152" y="3962228"/>
              <a:ext cx="360" cy="360"/>
            </p14:xfrm>
          </p:contentPart>
        </mc:Choice>
        <mc:Fallback xmlns="">
          <p:pic>
            <p:nvPicPr>
              <p:cNvPr id="6" name="Ink 5">
                <a:extLst>
                  <a:ext uri="{FF2B5EF4-FFF2-40B4-BE49-F238E27FC236}">
                    <a16:creationId xmlns:a16="http://schemas.microsoft.com/office/drawing/2014/main" id="{1BCF52DD-149E-CF4C-7B77-D509C2C74F81}"/>
                  </a:ext>
                </a:extLst>
              </p:cNvPr>
              <p:cNvPicPr/>
              <p:nvPr/>
            </p:nvPicPr>
            <p:blipFill>
              <a:blip r:embed="rId7"/>
              <a:stretch>
                <a:fillRect/>
              </a:stretch>
            </p:blipFill>
            <p:spPr>
              <a:xfrm>
                <a:off x="579512" y="378222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B96D4AAD-4432-8019-2B25-B7D4497F89D0}"/>
                  </a:ext>
                </a:extLst>
              </p14:cNvPr>
              <p14:cNvContentPartPr/>
              <p14:nvPr/>
            </p14:nvContentPartPr>
            <p14:xfrm>
              <a:off x="700472" y="3959348"/>
              <a:ext cx="92880" cy="16560"/>
            </p14:xfrm>
          </p:contentPart>
        </mc:Choice>
        <mc:Fallback xmlns="">
          <p:pic>
            <p:nvPicPr>
              <p:cNvPr id="7" name="Ink 6">
                <a:extLst>
                  <a:ext uri="{FF2B5EF4-FFF2-40B4-BE49-F238E27FC236}">
                    <a16:creationId xmlns:a16="http://schemas.microsoft.com/office/drawing/2014/main" id="{B96D4AAD-4432-8019-2B25-B7D4497F89D0}"/>
                  </a:ext>
                </a:extLst>
              </p:cNvPr>
              <p:cNvPicPr/>
              <p:nvPr/>
            </p:nvPicPr>
            <p:blipFill>
              <a:blip r:embed="rId9"/>
              <a:stretch>
                <a:fillRect/>
              </a:stretch>
            </p:blipFill>
            <p:spPr>
              <a:xfrm>
                <a:off x="610832" y="3779348"/>
                <a:ext cx="27252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FB68F1AD-F4EE-DD3C-D091-A533A7131471}"/>
                  </a:ext>
                </a:extLst>
              </p14:cNvPr>
              <p14:cNvContentPartPr/>
              <p14:nvPr/>
            </p14:nvContentPartPr>
            <p14:xfrm>
              <a:off x="807752" y="3976988"/>
              <a:ext cx="794520" cy="20160"/>
            </p14:xfrm>
          </p:contentPart>
        </mc:Choice>
        <mc:Fallback xmlns="">
          <p:pic>
            <p:nvPicPr>
              <p:cNvPr id="8" name="Ink 7">
                <a:extLst>
                  <a:ext uri="{FF2B5EF4-FFF2-40B4-BE49-F238E27FC236}">
                    <a16:creationId xmlns:a16="http://schemas.microsoft.com/office/drawing/2014/main" id="{FB68F1AD-F4EE-DD3C-D091-A533A7131471}"/>
                  </a:ext>
                </a:extLst>
              </p:cNvPr>
              <p:cNvPicPr/>
              <p:nvPr/>
            </p:nvPicPr>
            <p:blipFill>
              <a:blip r:embed="rId11"/>
              <a:stretch>
                <a:fillRect/>
              </a:stretch>
            </p:blipFill>
            <p:spPr>
              <a:xfrm>
                <a:off x="718112" y="3797348"/>
                <a:ext cx="97416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9C1BBBAB-96FC-9DBB-B72E-DFE01330243A}"/>
                  </a:ext>
                </a:extLst>
              </p14:cNvPr>
              <p14:cNvContentPartPr/>
              <p14:nvPr/>
            </p14:nvContentPartPr>
            <p14:xfrm>
              <a:off x="467192" y="4005788"/>
              <a:ext cx="1337400" cy="27720"/>
            </p14:xfrm>
          </p:contentPart>
        </mc:Choice>
        <mc:Fallback xmlns="">
          <p:pic>
            <p:nvPicPr>
              <p:cNvPr id="9" name="Ink 8">
                <a:extLst>
                  <a:ext uri="{FF2B5EF4-FFF2-40B4-BE49-F238E27FC236}">
                    <a16:creationId xmlns:a16="http://schemas.microsoft.com/office/drawing/2014/main" id="{9C1BBBAB-96FC-9DBB-B72E-DFE01330243A}"/>
                  </a:ext>
                </a:extLst>
              </p:cNvPr>
              <p:cNvPicPr/>
              <p:nvPr/>
            </p:nvPicPr>
            <p:blipFill>
              <a:blip r:embed="rId13"/>
              <a:stretch>
                <a:fillRect/>
              </a:stretch>
            </p:blipFill>
            <p:spPr>
              <a:xfrm>
                <a:off x="377192" y="3826148"/>
                <a:ext cx="1517040" cy="387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A45EFF67-841D-62FC-63DA-773790B5409E}"/>
                  </a:ext>
                </a:extLst>
              </p14:cNvPr>
              <p14:cNvContentPartPr/>
              <p14:nvPr/>
            </p14:nvContentPartPr>
            <p14:xfrm>
              <a:off x="754832" y="4008668"/>
              <a:ext cx="1177560" cy="39960"/>
            </p14:xfrm>
          </p:contentPart>
        </mc:Choice>
        <mc:Fallback xmlns="">
          <p:pic>
            <p:nvPicPr>
              <p:cNvPr id="10" name="Ink 9">
                <a:extLst>
                  <a:ext uri="{FF2B5EF4-FFF2-40B4-BE49-F238E27FC236}">
                    <a16:creationId xmlns:a16="http://schemas.microsoft.com/office/drawing/2014/main" id="{A45EFF67-841D-62FC-63DA-773790B5409E}"/>
                  </a:ext>
                </a:extLst>
              </p:cNvPr>
              <p:cNvPicPr/>
              <p:nvPr/>
            </p:nvPicPr>
            <p:blipFill>
              <a:blip r:embed="rId15"/>
              <a:stretch>
                <a:fillRect/>
              </a:stretch>
            </p:blipFill>
            <p:spPr>
              <a:xfrm>
                <a:off x="664832" y="3828668"/>
                <a:ext cx="1357200" cy="399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6494EF3B-8442-48F6-F0B4-EE797D747AAA}"/>
                  </a:ext>
                </a:extLst>
              </p14:cNvPr>
              <p14:cNvContentPartPr/>
              <p14:nvPr/>
            </p14:nvContentPartPr>
            <p14:xfrm>
              <a:off x="693272" y="4062668"/>
              <a:ext cx="1213920" cy="2880"/>
            </p14:xfrm>
          </p:contentPart>
        </mc:Choice>
        <mc:Fallback xmlns="">
          <p:pic>
            <p:nvPicPr>
              <p:cNvPr id="11" name="Ink 10">
                <a:extLst>
                  <a:ext uri="{FF2B5EF4-FFF2-40B4-BE49-F238E27FC236}">
                    <a16:creationId xmlns:a16="http://schemas.microsoft.com/office/drawing/2014/main" id="{6494EF3B-8442-48F6-F0B4-EE797D747AAA}"/>
                  </a:ext>
                </a:extLst>
              </p:cNvPr>
              <p:cNvPicPr/>
              <p:nvPr/>
            </p:nvPicPr>
            <p:blipFill>
              <a:blip r:embed="rId17"/>
              <a:stretch>
                <a:fillRect/>
              </a:stretch>
            </p:blipFill>
            <p:spPr>
              <a:xfrm>
                <a:off x="603632" y="3882668"/>
                <a:ext cx="139356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ED7FECE9-1BF2-91A1-CF8D-E0DB2B86CB51}"/>
                  </a:ext>
                </a:extLst>
              </p14:cNvPr>
              <p14:cNvContentPartPr/>
              <p14:nvPr/>
            </p14:nvContentPartPr>
            <p14:xfrm>
              <a:off x="746912" y="4050788"/>
              <a:ext cx="893520" cy="6840"/>
            </p14:xfrm>
          </p:contentPart>
        </mc:Choice>
        <mc:Fallback xmlns="">
          <p:pic>
            <p:nvPicPr>
              <p:cNvPr id="12" name="Ink 11">
                <a:extLst>
                  <a:ext uri="{FF2B5EF4-FFF2-40B4-BE49-F238E27FC236}">
                    <a16:creationId xmlns:a16="http://schemas.microsoft.com/office/drawing/2014/main" id="{ED7FECE9-1BF2-91A1-CF8D-E0DB2B86CB51}"/>
                  </a:ext>
                </a:extLst>
              </p:cNvPr>
              <p:cNvPicPr/>
              <p:nvPr/>
            </p:nvPicPr>
            <p:blipFill>
              <a:blip r:embed="rId19"/>
              <a:stretch>
                <a:fillRect/>
              </a:stretch>
            </p:blipFill>
            <p:spPr>
              <a:xfrm>
                <a:off x="656912" y="3870788"/>
                <a:ext cx="107316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C216073F-5236-4573-2F79-BBCF5A44EF19}"/>
                  </a:ext>
                </a:extLst>
              </p14:cNvPr>
              <p14:cNvContentPartPr/>
              <p14:nvPr/>
            </p14:nvContentPartPr>
            <p14:xfrm>
              <a:off x="719552" y="4041428"/>
              <a:ext cx="1038960" cy="21240"/>
            </p14:xfrm>
          </p:contentPart>
        </mc:Choice>
        <mc:Fallback xmlns="">
          <p:pic>
            <p:nvPicPr>
              <p:cNvPr id="13" name="Ink 12">
                <a:extLst>
                  <a:ext uri="{FF2B5EF4-FFF2-40B4-BE49-F238E27FC236}">
                    <a16:creationId xmlns:a16="http://schemas.microsoft.com/office/drawing/2014/main" id="{C216073F-5236-4573-2F79-BBCF5A44EF19}"/>
                  </a:ext>
                </a:extLst>
              </p:cNvPr>
              <p:cNvPicPr/>
              <p:nvPr/>
            </p:nvPicPr>
            <p:blipFill>
              <a:blip r:embed="rId21"/>
              <a:stretch>
                <a:fillRect/>
              </a:stretch>
            </p:blipFill>
            <p:spPr>
              <a:xfrm>
                <a:off x="629912" y="3861428"/>
                <a:ext cx="121860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7EB46768-67C9-3D81-7C61-AD8298DB91EF}"/>
                  </a:ext>
                </a:extLst>
              </p14:cNvPr>
              <p14:cNvContentPartPr/>
              <p14:nvPr/>
            </p14:nvContentPartPr>
            <p14:xfrm>
              <a:off x="4091312" y="4197668"/>
              <a:ext cx="675720" cy="22680"/>
            </p14:xfrm>
          </p:contentPart>
        </mc:Choice>
        <mc:Fallback xmlns="">
          <p:pic>
            <p:nvPicPr>
              <p:cNvPr id="14" name="Ink 13">
                <a:extLst>
                  <a:ext uri="{FF2B5EF4-FFF2-40B4-BE49-F238E27FC236}">
                    <a16:creationId xmlns:a16="http://schemas.microsoft.com/office/drawing/2014/main" id="{7EB46768-67C9-3D81-7C61-AD8298DB91EF}"/>
                  </a:ext>
                </a:extLst>
              </p:cNvPr>
              <p:cNvPicPr/>
              <p:nvPr/>
            </p:nvPicPr>
            <p:blipFill>
              <a:blip r:embed="rId23"/>
              <a:stretch>
                <a:fillRect/>
              </a:stretch>
            </p:blipFill>
            <p:spPr>
              <a:xfrm>
                <a:off x="4001312" y="4018028"/>
                <a:ext cx="85536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D0E06739-C965-8C44-703A-1629495E3B26}"/>
                  </a:ext>
                </a:extLst>
              </p14:cNvPr>
              <p14:cNvContentPartPr/>
              <p14:nvPr/>
            </p14:nvContentPartPr>
            <p14:xfrm>
              <a:off x="4014992" y="4148348"/>
              <a:ext cx="511560" cy="30240"/>
            </p14:xfrm>
          </p:contentPart>
        </mc:Choice>
        <mc:Fallback xmlns="">
          <p:pic>
            <p:nvPicPr>
              <p:cNvPr id="15" name="Ink 14">
                <a:extLst>
                  <a:ext uri="{FF2B5EF4-FFF2-40B4-BE49-F238E27FC236}">
                    <a16:creationId xmlns:a16="http://schemas.microsoft.com/office/drawing/2014/main" id="{D0E06739-C965-8C44-703A-1629495E3B26}"/>
                  </a:ext>
                </a:extLst>
              </p:cNvPr>
              <p:cNvPicPr/>
              <p:nvPr/>
            </p:nvPicPr>
            <p:blipFill>
              <a:blip r:embed="rId25"/>
              <a:stretch>
                <a:fillRect/>
              </a:stretch>
            </p:blipFill>
            <p:spPr>
              <a:xfrm>
                <a:off x="3925352" y="3968348"/>
                <a:ext cx="69120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93DC8A80-8223-5EAF-B821-5B69758EB6C7}"/>
                  </a:ext>
                </a:extLst>
              </p14:cNvPr>
              <p14:cNvContentPartPr/>
              <p14:nvPr/>
            </p14:nvContentPartPr>
            <p14:xfrm>
              <a:off x="4200752" y="4105868"/>
              <a:ext cx="340200" cy="10800"/>
            </p14:xfrm>
          </p:contentPart>
        </mc:Choice>
        <mc:Fallback xmlns="">
          <p:pic>
            <p:nvPicPr>
              <p:cNvPr id="18" name="Ink 17">
                <a:extLst>
                  <a:ext uri="{FF2B5EF4-FFF2-40B4-BE49-F238E27FC236}">
                    <a16:creationId xmlns:a16="http://schemas.microsoft.com/office/drawing/2014/main" id="{93DC8A80-8223-5EAF-B821-5B69758EB6C7}"/>
                  </a:ext>
                </a:extLst>
              </p:cNvPr>
              <p:cNvPicPr/>
              <p:nvPr/>
            </p:nvPicPr>
            <p:blipFill>
              <a:blip r:embed="rId27"/>
              <a:stretch>
                <a:fillRect/>
              </a:stretch>
            </p:blipFill>
            <p:spPr>
              <a:xfrm>
                <a:off x="4111112" y="3926228"/>
                <a:ext cx="51984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F6D05D02-4131-CE6C-10E1-22E7A83B32C7}"/>
                  </a:ext>
                </a:extLst>
              </p14:cNvPr>
              <p14:cNvContentPartPr/>
              <p14:nvPr/>
            </p14:nvContentPartPr>
            <p14:xfrm>
              <a:off x="4199312" y="4124228"/>
              <a:ext cx="316080" cy="1800"/>
            </p14:xfrm>
          </p:contentPart>
        </mc:Choice>
        <mc:Fallback xmlns="">
          <p:pic>
            <p:nvPicPr>
              <p:cNvPr id="19" name="Ink 18">
                <a:extLst>
                  <a:ext uri="{FF2B5EF4-FFF2-40B4-BE49-F238E27FC236}">
                    <a16:creationId xmlns:a16="http://schemas.microsoft.com/office/drawing/2014/main" id="{F6D05D02-4131-CE6C-10E1-22E7A83B32C7}"/>
                  </a:ext>
                </a:extLst>
              </p:cNvPr>
              <p:cNvPicPr/>
              <p:nvPr/>
            </p:nvPicPr>
            <p:blipFill>
              <a:blip r:embed="rId29"/>
              <a:stretch>
                <a:fillRect/>
              </a:stretch>
            </p:blipFill>
            <p:spPr>
              <a:xfrm>
                <a:off x="4109672" y="3944228"/>
                <a:ext cx="49572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EEC01D01-86BC-5681-0A63-6817E69E3901}"/>
                  </a:ext>
                </a:extLst>
              </p14:cNvPr>
              <p14:cNvContentPartPr/>
              <p14:nvPr/>
            </p14:nvContentPartPr>
            <p14:xfrm>
              <a:off x="4141352" y="4108028"/>
              <a:ext cx="352440" cy="5760"/>
            </p14:xfrm>
          </p:contentPart>
        </mc:Choice>
        <mc:Fallback xmlns="">
          <p:pic>
            <p:nvPicPr>
              <p:cNvPr id="20" name="Ink 19">
                <a:extLst>
                  <a:ext uri="{FF2B5EF4-FFF2-40B4-BE49-F238E27FC236}">
                    <a16:creationId xmlns:a16="http://schemas.microsoft.com/office/drawing/2014/main" id="{EEC01D01-86BC-5681-0A63-6817E69E3901}"/>
                  </a:ext>
                </a:extLst>
              </p:cNvPr>
              <p:cNvPicPr/>
              <p:nvPr/>
            </p:nvPicPr>
            <p:blipFill>
              <a:blip r:embed="rId31"/>
              <a:stretch>
                <a:fillRect/>
              </a:stretch>
            </p:blipFill>
            <p:spPr>
              <a:xfrm>
                <a:off x="4051352" y="3928028"/>
                <a:ext cx="53208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EE00E0CB-A22D-B2ED-C91D-96BF4293DE5E}"/>
                  </a:ext>
                </a:extLst>
              </p14:cNvPr>
              <p14:cNvContentPartPr/>
              <p14:nvPr/>
            </p14:nvContentPartPr>
            <p14:xfrm>
              <a:off x="4125152" y="4102988"/>
              <a:ext cx="278640" cy="4680"/>
            </p14:xfrm>
          </p:contentPart>
        </mc:Choice>
        <mc:Fallback xmlns="">
          <p:pic>
            <p:nvPicPr>
              <p:cNvPr id="21" name="Ink 20">
                <a:extLst>
                  <a:ext uri="{FF2B5EF4-FFF2-40B4-BE49-F238E27FC236}">
                    <a16:creationId xmlns:a16="http://schemas.microsoft.com/office/drawing/2014/main" id="{EE00E0CB-A22D-B2ED-C91D-96BF4293DE5E}"/>
                  </a:ext>
                </a:extLst>
              </p:cNvPr>
              <p:cNvPicPr/>
              <p:nvPr/>
            </p:nvPicPr>
            <p:blipFill>
              <a:blip r:embed="rId33"/>
              <a:stretch>
                <a:fillRect/>
              </a:stretch>
            </p:blipFill>
            <p:spPr>
              <a:xfrm>
                <a:off x="4035152" y="3923348"/>
                <a:ext cx="45828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4543006D-06BD-9E7F-1C03-8970B8973124}"/>
                  </a:ext>
                </a:extLst>
              </p14:cNvPr>
              <p14:cNvContentPartPr/>
              <p14:nvPr/>
            </p14:nvContentPartPr>
            <p14:xfrm>
              <a:off x="4118312" y="4107308"/>
              <a:ext cx="360" cy="360"/>
            </p14:xfrm>
          </p:contentPart>
        </mc:Choice>
        <mc:Fallback xmlns="">
          <p:pic>
            <p:nvPicPr>
              <p:cNvPr id="22" name="Ink 21">
                <a:extLst>
                  <a:ext uri="{FF2B5EF4-FFF2-40B4-BE49-F238E27FC236}">
                    <a16:creationId xmlns:a16="http://schemas.microsoft.com/office/drawing/2014/main" id="{4543006D-06BD-9E7F-1C03-8970B8973124}"/>
                  </a:ext>
                </a:extLst>
              </p:cNvPr>
              <p:cNvPicPr/>
              <p:nvPr/>
            </p:nvPicPr>
            <p:blipFill>
              <a:blip r:embed="rId7"/>
              <a:stretch>
                <a:fillRect/>
              </a:stretch>
            </p:blipFill>
            <p:spPr>
              <a:xfrm>
                <a:off x="4028312" y="392730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7466A0B4-4991-46CF-F09B-A1AC575F93FA}"/>
                  </a:ext>
                </a:extLst>
              </p14:cNvPr>
              <p14:cNvContentPartPr/>
              <p14:nvPr/>
            </p14:nvContentPartPr>
            <p14:xfrm>
              <a:off x="4124432" y="4102268"/>
              <a:ext cx="360" cy="360"/>
            </p14:xfrm>
          </p:contentPart>
        </mc:Choice>
        <mc:Fallback xmlns="">
          <p:pic>
            <p:nvPicPr>
              <p:cNvPr id="23" name="Ink 22">
                <a:extLst>
                  <a:ext uri="{FF2B5EF4-FFF2-40B4-BE49-F238E27FC236}">
                    <a16:creationId xmlns:a16="http://schemas.microsoft.com/office/drawing/2014/main" id="{7466A0B4-4991-46CF-F09B-A1AC575F93FA}"/>
                  </a:ext>
                </a:extLst>
              </p:cNvPr>
              <p:cNvPicPr/>
              <p:nvPr/>
            </p:nvPicPr>
            <p:blipFill>
              <a:blip r:embed="rId7"/>
              <a:stretch>
                <a:fillRect/>
              </a:stretch>
            </p:blipFill>
            <p:spPr>
              <a:xfrm>
                <a:off x="4034432" y="392262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4F33F4A4-08A2-5F0F-38CC-BE22635BE100}"/>
                  </a:ext>
                </a:extLst>
              </p14:cNvPr>
              <p14:cNvContentPartPr/>
              <p14:nvPr/>
            </p14:nvContentPartPr>
            <p14:xfrm>
              <a:off x="4124432" y="4101188"/>
              <a:ext cx="360" cy="360"/>
            </p14:xfrm>
          </p:contentPart>
        </mc:Choice>
        <mc:Fallback xmlns="">
          <p:pic>
            <p:nvPicPr>
              <p:cNvPr id="24" name="Ink 23">
                <a:extLst>
                  <a:ext uri="{FF2B5EF4-FFF2-40B4-BE49-F238E27FC236}">
                    <a16:creationId xmlns:a16="http://schemas.microsoft.com/office/drawing/2014/main" id="{4F33F4A4-08A2-5F0F-38CC-BE22635BE100}"/>
                  </a:ext>
                </a:extLst>
              </p:cNvPr>
              <p:cNvPicPr/>
              <p:nvPr/>
            </p:nvPicPr>
            <p:blipFill>
              <a:blip r:embed="rId7"/>
              <a:stretch>
                <a:fillRect/>
              </a:stretch>
            </p:blipFill>
            <p:spPr>
              <a:xfrm>
                <a:off x="4034432" y="392154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6EF08DA7-212B-735B-A267-090105E1FD74}"/>
                  </a:ext>
                </a:extLst>
              </p14:cNvPr>
              <p14:cNvContentPartPr/>
              <p14:nvPr/>
            </p14:nvContentPartPr>
            <p14:xfrm>
              <a:off x="4124432" y="4101188"/>
              <a:ext cx="360" cy="360"/>
            </p14:xfrm>
          </p:contentPart>
        </mc:Choice>
        <mc:Fallback xmlns="">
          <p:pic>
            <p:nvPicPr>
              <p:cNvPr id="25" name="Ink 24">
                <a:extLst>
                  <a:ext uri="{FF2B5EF4-FFF2-40B4-BE49-F238E27FC236}">
                    <a16:creationId xmlns:a16="http://schemas.microsoft.com/office/drawing/2014/main" id="{6EF08DA7-212B-735B-A267-090105E1FD74}"/>
                  </a:ext>
                </a:extLst>
              </p:cNvPr>
              <p:cNvPicPr/>
              <p:nvPr/>
            </p:nvPicPr>
            <p:blipFill>
              <a:blip r:embed="rId7"/>
              <a:stretch>
                <a:fillRect/>
              </a:stretch>
            </p:blipFill>
            <p:spPr>
              <a:xfrm>
                <a:off x="4034432" y="392154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4FBD64EF-5061-83A6-5C5E-951168F4AA0F}"/>
                  </a:ext>
                </a:extLst>
              </p14:cNvPr>
              <p14:cNvContentPartPr/>
              <p14:nvPr/>
            </p14:nvContentPartPr>
            <p14:xfrm>
              <a:off x="4124432" y="4101188"/>
              <a:ext cx="360" cy="360"/>
            </p14:xfrm>
          </p:contentPart>
        </mc:Choice>
        <mc:Fallback xmlns="">
          <p:pic>
            <p:nvPicPr>
              <p:cNvPr id="26" name="Ink 25">
                <a:extLst>
                  <a:ext uri="{FF2B5EF4-FFF2-40B4-BE49-F238E27FC236}">
                    <a16:creationId xmlns:a16="http://schemas.microsoft.com/office/drawing/2014/main" id="{4FBD64EF-5061-83A6-5C5E-951168F4AA0F}"/>
                  </a:ext>
                </a:extLst>
              </p:cNvPr>
              <p:cNvPicPr/>
              <p:nvPr/>
            </p:nvPicPr>
            <p:blipFill>
              <a:blip r:embed="rId7"/>
              <a:stretch>
                <a:fillRect/>
              </a:stretch>
            </p:blipFill>
            <p:spPr>
              <a:xfrm>
                <a:off x="4034432" y="392154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3139E251-C503-7421-A0A8-9621528073DC}"/>
                  </a:ext>
                </a:extLst>
              </p14:cNvPr>
              <p14:cNvContentPartPr/>
              <p14:nvPr/>
            </p14:nvContentPartPr>
            <p14:xfrm>
              <a:off x="4124432" y="4101188"/>
              <a:ext cx="360" cy="360"/>
            </p14:xfrm>
          </p:contentPart>
        </mc:Choice>
        <mc:Fallback xmlns="">
          <p:pic>
            <p:nvPicPr>
              <p:cNvPr id="27" name="Ink 26">
                <a:extLst>
                  <a:ext uri="{FF2B5EF4-FFF2-40B4-BE49-F238E27FC236}">
                    <a16:creationId xmlns:a16="http://schemas.microsoft.com/office/drawing/2014/main" id="{3139E251-C503-7421-A0A8-9621528073DC}"/>
                  </a:ext>
                </a:extLst>
              </p:cNvPr>
              <p:cNvPicPr/>
              <p:nvPr/>
            </p:nvPicPr>
            <p:blipFill>
              <a:blip r:embed="rId7"/>
              <a:stretch>
                <a:fillRect/>
              </a:stretch>
            </p:blipFill>
            <p:spPr>
              <a:xfrm>
                <a:off x="4034432" y="392154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95785699-F9C7-2260-7E17-A55C6CD90164}"/>
                  </a:ext>
                </a:extLst>
              </p14:cNvPr>
              <p14:cNvContentPartPr/>
              <p14:nvPr/>
            </p14:nvContentPartPr>
            <p14:xfrm>
              <a:off x="4124432" y="4101188"/>
              <a:ext cx="360" cy="360"/>
            </p14:xfrm>
          </p:contentPart>
        </mc:Choice>
        <mc:Fallback xmlns="">
          <p:pic>
            <p:nvPicPr>
              <p:cNvPr id="28" name="Ink 27">
                <a:extLst>
                  <a:ext uri="{FF2B5EF4-FFF2-40B4-BE49-F238E27FC236}">
                    <a16:creationId xmlns:a16="http://schemas.microsoft.com/office/drawing/2014/main" id="{95785699-F9C7-2260-7E17-A55C6CD90164}"/>
                  </a:ext>
                </a:extLst>
              </p:cNvPr>
              <p:cNvPicPr/>
              <p:nvPr/>
            </p:nvPicPr>
            <p:blipFill>
              <a:blip r:embed="rId7"/>
              <a:stretch>
                <a:fillRect/>
              </a:stretch>
            </p:blipFill>
            <p:spPr>
              <a:xfrm>
                <a:off x="4034432" y="392154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9" name="Ink 28">
                <a:extLst>
                  <a:ext uri="{FF2B5EF4-FFF2-40B4-BE49-F238E27FC236}">
                    <a16:creationId xmlns:a16="http://schemas.microsoft.com/office/drawing/2014/main" id="{B27DF3A6-D496-CF6F-4190-2A12EFB8DB85}"/>
                  </a:ext>
                </a:extLst>
              </p14:cNvPr>
              <p14:cNvContentPartPr/>
              <p14:nvPr/>
            </p14:nvContentPartPr>
            <p14:xfrm>
              <a:off x="4124432" y="4101188"/>
              <a:ext cx="360" cy="360"/>
            </p14:xfrm>
          </p:contentPart>
        </mc:Choice>
        <mc:Fallback xmlns="">
          <p:pic>
            <p:nvPicPr>
              <p:cNvPr id="29" name="Ink 28">
                <a:extLst>
                  <a:ext uri="{FF2B5EF4-FFF2-40B4-BE49-F238E27FC236}">
                    <a16:creationId xmlns:a16="http://schemas.microsoft.com/office/drawing/2014/main" id="{B27DF3A6-D496-CF6F-4190-2A12EFB8DB85}"/>
                  </a:ext>
                </a:extLst>
              </p:cNvPr>
              <p:cNvPicPr/>
              <p:nvPr/>
            </p:nvPicPr>
            <p:blipFill>
              <a:blip r:embed="rId7"/>
              <a:stretch>
                <a:fillRect/>
              </a:stretch>
            </p:blipFill>
            <p:spPr>
              <a:xfrm>
                <a:off x="4034432" y="392154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1CD8D386-1C4A-60BF-71FF-5E65FE7FDAE6}"/>
                  </a:ext>
                </a:extLst>
              </p14:cNvPr>
              <p14:cNvContentPartPr/>
              <p14:nvPr/>
            </p14:nvContentPartPr>
            <p14:xfrm>
              <a:off x="4124432" y="4101188"/>
              <a:ext cx="360" cy="360"/>
            </p14:xfrm>
          </p:contentPart>
        </mc:Choice>
        <mc:Fallback xmlns="">
          <p:pic>
            <p:nvPicPr>
              <p:cNvPr id="30" name="Ink 29">
                <a:extLst>
                  <a:ext uri="{FF2B5EF4-FFF2-40B4-BE49-F238E27FC236}">
                    <a16:creationId xmlns:a16="http://schemas.microsoft.com/office/drawing/2014/main" id="{1CD8D386-1C4A-60BF-71FF-5E65FE7FDAE6}"/>
                  </a:ext>
                </a:extLst>
              </p:cNvPr>
              <p:cNvPicPr/>
              <p:nvPr/>
            </p:nvPicPr>
            <p:blipFill>
              <a:blip r:embed="rId7"/>
              <a:stretch>
                <a:fillRect/>
              </a:stretch>
            </p:blipFill>
            <p:spPr>
              <a:xfrm>
                <a:off x="4034432" y="392154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1" name="Ink 30">
                <a:extLst>
                  <a:ext uri="{FF2B5EF4-FFF2-40B4-BE49-F238E27FC236}">
                    <a16:creationId xmlns:a16="http://schemas.microsoft.com/office/drawing/2014/main" id="{40E47D43-FC7B-EDE1-7EF8-37D629B238C2}"/>
                  </a:ext>
                </a:extLst>
              </p14:cNvPr>
              <p14:cNvContentPartPr/>
              <p14:nvPr/>
            </p14:nvContentPartPr>
            <p14:xfrm>
              <a:off x="4124432" y="4101188"/>
              <a:ext cx="52920" cy="360"/>
            </p14:xfrm>
          </p:contentPart>
        </mc:Choice>
        <mc:Fallback xmlns="">
          <p:pic>
            <p:nvPicPr>
              <p:cNvPr id="31" name="Ink 30">
                <a:extLst>
                  <a:ext uri="{FF2B5EF4-FFF2-40B4-BE49-F238E27FC236}">
                    <a16:creationId xmlns:a16="http://schemas.microsoft.com/office/drawing/2014/main" id="{40E47D43-FC7B-EDE1-7EF8-37D629B238C2}"/>
                  </a:ext>
                </a:extLst>
              </p:cNvPr>
              <p:cNvPicPr/>
              <p:nvPr/>
            </p:nvPicPr>
            <p:blipFill>
              <a:blip r:embed="rId44"/>
              <a:stretch>
                <a:fillRect/>
              </a:stretch>
            </p:blipFill>
            <p:spPr>
              <a:xfrm>
                <a:off x="4034432" y="3921548"/>
                <a:ext cx="2325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2" name="Ink 31">
                <a:extLst>
                  <a:ext uri="{FF2B5EF4-FFF2-40B4-BE49-F238E27FC236}">
                    <a16:creationId xmlns:a16="http://schemas.microsoft.com/office/drawing/2014/main" id="{89B22D6C-B289-7FD0-E695-90C6EF313ACA}"/>
                  </a:ext>
                </a:extLst>
              </p14:cNvPr>
              <p14:cNvContentPartPr/>
              <p14:nvPr/>
            </p14:nvContentPartPr>
            <p14:xfrm>
              <a:off x="4221632" y="4101188"/>
              <a:ext cx="43920" cy="360"/>
            </p14:xfrm>
          </p:contentPart>
        </mc:Choice>
        <mc:Fallback xmlns="">
          <p:pic>
            <p:nvPicPr>
              <p:cNvPr id="32" name="Ink 31">
                <a:extLst>
                  <a:ext uri="{FF2B5EF4-FFF2-40B4-BE49-F238E27FC236}">
                    <a16:creationId xmlns:a16="http://schemas.microsoft.com/office/drawing/2014/main" id="{89B22D6C-B289-7FD0-E695-90C6EF313ACA}"/>
                  </a:ext>
                </a:extLst>
              </p:cNvPr>
              <p:cNvPicPr/>
              <p:nvPr/>
            </p:nvPicPr>
            <p:blipFill>
              <a:blip r:embed="rId46"/>
              <a:stretch>
                <a:fillRect/>
              </a:stretch>
            </p:blipFill>
            <p:spPr>
              <a:xfrm>
                <a:off x="4131632" y="3921548"/>
                <a:ext cx="2235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3" name="Ink 32">
                <a:extLst>
                  <a:ext uri="{FF2B5EF4-FFF2-40B4-BE49-F238E27FC236}">
                    <a16:creationId xmlns:a16="http://schemas.microsoft.com/office/drawing/2014/main" id="{FC4164BB-3E22-80BA-A6F3-3C8439D44E29}"/>
                  </a:ext>
                </a:extLst>
              </p14:cNvPr>
              <p14:cNvContentPartPr/>
              <p14:nvPr/>
            </p14:nvContentPartPr>
            <p14:xfrm>
              <a:off x="4383632" y="4101188"/>
              <a:ext cx="52200" cy="2880"/>
            </p14:xfrm>
          </p:contentPart>
        </mc:Choice>
        <mc:Fallback xmlns="">
          <p:pic>
            <p:nvPicPr>
              <p:cNvPr id="33" name="Ink 32">
                <a:extLst>
                  <a:ext uri="{FF2B5EF4-FFF2-40B4-BE49-F238E27FC236}">
                    <a16:creationId xmlns:a16="http://schemas.microsoft.com/office/drawing/2014/main" id="{FC4164BB-3E22-80BA-A6F3-3C8439D44E29}"/>
                  </a:ext>
                </a:extLst>
              </p:cNvPr>
              <p:cNvPicPr/>
              <p:nvPr/>
            </p:nvPicPr>
            <p:blipFill>
              <a:blip r:embed="rId48"/>
              <a:stretch>
                <a:fillRect/>
              </a:stretch>
            </p:blipFill>
            <p:spPr>
              <a:xfrm>
                <a:off x="4293992" y="3921548"/>
                <a:ext cx="23184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Ink 33">
                <a:extLst>
                  <a:ext uri="{FF2B5EF4-FFF2-40B4-BE49-F238E27FC236}">
                    <a16:creationId xmlns:a16="http://schemas.microsoft.com/office/drawing/2014/main" id="{035BD7D0-ECA8-36B0-D85C-EFACB28033A8}"/>
                  </a:ext>
                </a:extLst>
              </p14:cNvPr>
              <p14:cNvContentPartPr/>
              <p14:nvPr/>
            </p14:nvContentPartPr>
            <p14:xfrm>
              <a:off x="4271672" y="4107308"/>
              <a:ext cx="360" cy="360"/>
            </p14:xfrm>
          </p:contentPart>
        </mc:Choice>
        <mc:Fallback xmlns="">
          <p:pic>
            <p:nvPicPr>
              <p:cNvPr id="34" name="Ink 33">
                <a:extLst>
                  <a:ext uri="{FF2B5EF4-FFF2-40B4-BE49-F238E27FC236}">
                    <a16:creationId xmlns:a16="http://schemas.microsoft.com/office/drawing/2014/main" id="{035BD7D0-ECA8-36B0-D85C-EFACB28033A8}"/>
                  </a:ext>
                </a:extLst>
              </p:cNvPr>
              <p:cNvPicPr/>
              <p:nvPr/>
            </p:nvPicPr>
            <p:blipFill>
              <a:blip r:embed="rId7"/>
              <a:stretch>
                <a:fillRect/>
              </a:stretch>
            </p:blipFill>
            <p:spPr>
              <a:xfrm>
                <a:off x="4181672" y="392730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BF20AF99-08E1-02A8-25A5-86D58C12771C}"/>
                  </a:ext>
                </a:extLst>
              </p14:cNvPr>
              <p14:cNvContentPartPr/>
              <p14:nvPr/>
            </p14:nvContentPartPr>
            <p14:xfrm>
              <a:off x="4183472" y="4109828"/>
              <a:ext cx="43200" cy="1440"/>
            </p14:xfrm>
          </p:contentPart>
        </mc:Choice>
        <mc:Fallback xmlns="">
          <p:pic>
            <p:nvPicPr>
              <p:cNvPr id="35" name="Ink 34">
                <a:extLst>
                  <a:ext uri="{FF2B5EF4-FFF2-40B4-BE49-F238E27FC236}">
                    <a16:creationId xmlns:a16="http://schemas.microsoft.com/office/drawing/2014/main" id="{BF20AF99-08E1-02A8-25A5-86D58C12771C}"/>
                  </a:ext>
                </a:extLst>
              </p:cNvPr>
              <p:cNvPicPr/>
              <p:nvPr/>
            </p:nvPicPr>
            <p:blipFill>
              <a:blip r:embed="rId51"/>
              <a:stretch>
                <a:fillRect/>
              </a:stretch>
            </p:blipFill>
            <p:spPr>
              <a:xfrm>
                <a:off x="4093832" y="3929828"/>
                <a:ext cx="222840" cy="361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C1697F79-BDB4-A080-C507-D4B6BCA534D0}"/>
                  </a:ext>
                </a:extLst>
              </p14:cNvPr>
              <p14:cNvContentPartPr/>
              <p14:nvPr/>
            </p14:nvContentPartPr>
            <p14:xfrm>
              <a:off x="4162232" y="4110908"/>
              <a:ext cx="360" cy="360"/>
            </p14:xfrm>
          </p:contentPart>
        </mc:Choice>
        <mc:Fallback xmlns="">
          <p:pic>
            <p:nvPicPr>
              <p:cNvPr id="36" name="Ink 35">
                <a:extLst>
                  <a:ext uri="{FF2B5EF4-FFF2-40B4-BE49-F238E27FC236}">
                    <a16:creationId xmlns:a16="http://schemas.microsoft.com/office/drawing/2014/main" id="{C1697F79-BDB4-A080-C507-D4B6BCA534D0}"/>
                  </a:ext>
                </a:extLst>
              </p:cNvPr>
              <p:cNvPicPr/>
              <p:nvPr/>
            </p:nvPicPr>
            <p:blipFill>
              <a:blip r:embed="rId7"/>
              <a:stretch>
                <a:fillRect/>
              </a:stretch>
            </p:blipFill>
            <p:spPr>
              <a:xfrm>
                <a:off x="4072592" y="393126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7" name="Ink 36">
                <a:extLst>
                  <a:ext uri="{FF2B5EF4-FFF2-40B4-BE49-F238E27FC236}">
                    <a16:creationId xmlns:a16="http://schemas.microsoft.com/office/drawing/2014/main" id="{F207C507-F396-116A-19BD-2005806D055A}"/>
                  </a:ext>
                </a:extLst>
              </p14:cNvPr>
              <p14:cNvContentPartPr/>
              <p14:nvPr/>
            </p14:nvContentPartPr>
            <p14:xfrm>
              <a:off x="4151432" y="4110908"/>
              <a:ext cx="105840" cy="360"/>
            </p14:xfrm>
          </p:contentPart>
        </mc:Choice>
        <mc:Fallback xmlns="">
          <p:pic>
            <p:nvPicPr>
              <p:cNvPr id="37" name="Ink 36">
                <a:extLst>
                  <a:ext uri="{FF2B5EF4-FFF2-40B4-BE49-F238E27FC236}">
                    <a16:creationId xmlns:a16="http://schemas.microsoft.com/office/drawing/2014/main" id="{F207C507-F396-116A-19BD-2005806D055A}"/>
                  </a:ext>
                </a:extLst>
              </p:cNvPr>
              <p:cNvPicPr/>
              <p:nvPr/>
            </p:nvPicPr>
            <p:blipFill>
              <a:blip r:embed="rId54"/>
              <a:stretch>
                <a:fillRect/>
              </a:stretch>
            </p:blipFill>
            <p:spPr>
              <a:xfrm>
                <a:off x="4061792" y="3931268"/>
                <a:ext cx="28548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8" name="Ink 37">
                <a:extLst>
                  <a:ext uri="{FF2B5EF4-FFF2-40B4-BE49-F238E27FC236}">
                    <a16:creationId xmlns:a16="http://schemas.microsoft.com/office/drawing/2014/main" id="{50826548-95B1-5E9E-8E37-3FF9A4B6E292}"/>
                  </a:ext>
                </a:extLst>
              </p14:cNvPr>
              <p14:cNvContentPartPr/>
              <p14:nvPr/>
            </p14:nvContentPartPr>
            <p14:xfrm>
              <a:off x="4004552" y="4105508"/>
              <a:ext cx="499320" cy="9000"/>
            </p14:xfrm>
          </p:contentPart>
        </mc:Choice>
        <mc:Fallback xmlns="">
          <p:pic>
            <p:nvPicPr>
              <p:cNvPr id="38" name="Ink 37">
                <a:extLst>
                  <a:ext uri="{FF2B5EF4-FFF2-40B4-BE49-F238E27FC236}">
                    <a16:creationId xmlns:a16="http://schemas.microsoft.com/office/drawing/2014/main" id="{50826548-95B1-5E9E-8E37-3FF9A4B6E292}"/>
                  </a:ext>
                </a:extLst>
              </p:cNvPr>
              <p:cNvPicPr/>
              <p:nvPr/>
            </p:nvPicPr>
            <p:blipFill>
              <a:blip r:embed="rId56"/>
              <a:stretch>
                <a:fillRect/>
              </a:stretch>
            </p:blipFill>
            <p:spPr>
              <a:xfrm>
                <a:off x="3914912" y="3925508"/>
                <a:ext cx="67896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9" name="Ink 38">
                <a:extLst>
                  <a:ext uri="{FF2B5EF4-FFF2-40B4-BE49-F238E27FC236}">
                    <a16:creationId xmlns:a16="http://schemas.microsoft.com/office/drawing/2014/main" id="{5F200880-4D08-A052-4C43-26F71E19C381}"/>
                  </a:ext>
                </a:extLst>
              </p14:cNvPr>
              <p14:cNvContentPartPr/>
              <p14:nvPr/>
            </p14:nvContentPartPr>
            <p14:xfrm>
              <a:off x="7876352" y="4020188"/>
              <a:ext cx="1044000" cy="26640"/>
            </p14:xfrm>
          </p:contentPart>
        </mc:Choice>
        <mc:Fallback xmlns="">
          <p:pic>
            <p:nvPicPr>
              <p:cNvPr id="39" name="Ink 38">
                <a:extLst>
                  <a:ext uri="{FF2B5EF4-FFF2-40B4-BE49-F238E27FC236}">
                    <a16:creationId xmlns:a16="http://schemas.microsoft.com/office/drawing/2014/main" id="{5F200880-4D08-A052-4C43-26F71E19C381}"/>
                  </a:ext>
                </a:extLst>
              </p:cNvPr>
              <p:cNvPicPr/>
              <p:nvPr/>
            </p:nvPicPr>
            <p:blipFill>
              <a:blip r:embed="rId58"/>
              <a:stretch>
                <a:fillRect/>
              </a:stretch>
            </p:blipFill>
            <p:spPr>
              <a:xfrm>
                <a:off x="7786712" y="3840188"/>
                <a:ext cx="122364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0" name="Ink 39">
                <a:extLst>
                  <a:ext uri="{FF2B5EF4-FFF2-40B4-BE49-F238E27FC236}">
                    <a16:creationId xmlns:a16="http://schemas.microsoft.com/office/drawing/2014/main" id="{537D5673-6BDB-F885-A316-74C85D2A6A2C}"/>
                  </a:ext>
                </a:extLst>
              </p14:cNvPr>
              <p14:cNvContentPartPr/>
              <p14:nvPr/>
            </p14:nvContentPartPr>
            <p14:xfrm>
              <a:off x="7741712" y="4051148"/>
              <a:ext cx="1279800" cy="9720"/>
            </p14:xfrm>
          </p:contentPart>
        </mc:Choice>
        <mc:Fallback xmlns="">
          <p:pic>
            <p:nvPicPr>
              <p:cNvPr id="40" name="Ink 39">
                <a:extLst>
                  <a:ext uri="{FF2B5EF4-FFF2-40B4-BE49-F238E27FC236}">
                    <a16:creationId xmlns:a16="http://schemas.microsoft.com/office/drawing/2014/main" id="{537D5673-6BDB-F885-A316-74C85D2A6A2C}"/>
                  </a:ext>
                </a:extLst>
              </p:cNvPr>
              <p:cNvPicPr/>
              <p:nvPr/>
            </p:nvPicPr>
            <p:blipFill>
              <a:blip r:embed="rId60"/>
              <a:stretch>
                <a:fillRect/>
              </a:stretch>
            </p:blipFill>
            <p:spPr>
              <a:xfrm>
                <a:off x="7651712" y="3871508"/>
                <a:ext cx="145944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1" name="Ink 40">
                <a:extLst>
                  <a:ext uri="{FF2B5EF4-FFF2-40B4-BE49-F238E27FC236}">
                    <a16:creationId xmlns:a16="http://schemas.microsoft.com/office/drawing/2014/main" id="{7D6A27AE-7579-8505-A608-ECCB2D830FA3}"/>
                  </a:ext>
                </a:extLst>
              </p14:cNvPr>
              <p14:cNvContentPartPr/>
              <p14:nvPr/>
            </p14:nvContentPartPr>
            <p14:xfrm>
              <a:off x="7679072" y="4059788"/>
              <a:ext cx="1041840" cy="7560"/>
            </p14:xfrm>
          </p:contentPart>
        </mc:Choice>
        <mc:Fallback xmlns="">
          <p:pic>
            <p:nvPicPr>
              <p:cNvPr id="41" name="Ink 40">
                <a:extLst>
                  <a:ext uri="{FF2B5EF4-FFF2-40B4-BE49-F238E27FC236}">
                    <a16:creationId xmlns:a16="http://schemas.microsoft.com/office/drawing/2014/main" id="{7D6A27AE-7579-8505-A608-ECCB2D830FA3}"/>
                  </a:ext>
                </a:extLst>
              </p:cNvPr>
              <p:cNvPicPr/>
              <p:nvPr/>
            </p:nvPicPr>
            <p:blipFill>
              <a:blip r:embed="rId62"/>
              <a:stretch>
                <a:fillRect/>
              </a:stretch>
            </p:blipFill>
            <p:spPr>
              <a:xfrm>
                <a:off x="7589072" y="3879788"/>
                <a:ext cx="1221480" cy="3672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2" name="Ink 41">
                <a:extLst>
                  <a:ext uri="{FF2B5EF4-FFF2-40B4-BE49-F238E27FC236}">
                    <a16:creationId xmlns:a16="http://schemas.microsoft.com/office/drawing/2014/main" id="{169F0D69-7296-B956-AAC8-2B1CDBB7EF16}"/>
                  </a:ext>
                </a:extLst>
              </p14:cNvPr>
              <p14:cNvContentPartPr/>
              <p14:nvPr/>
            </p14:nvContentPartPr>
            <p14:xfrm>
              <a:off x="7806872" y="4065188"/>
              <a:ext cx="1046880" cy="20880"/>
            </p14:xfrm>
          </p:contentPart>
        </mc:Choice>
        <mc:Fallback xmlns="">
          <p:pic>
            <p:nvPicPr>
              <p:cNvPr id="42" name="Ink 41">
                <a:extLst>
                  <a:ext uri="{FF2B5EF4-FFF2-40B4-BE49-F238E27FC236}">
                    <a16:creationId xmlns:a16="http://schemas.microsoft.com/office/drawing/2014/main" id="{169F0D69-7296-B956-AAC8-2B1CDBB7EF16}"/>
                  </a:ext>
                </a:extLst>
              </p:cNvPr>
              <p:cNvPicPr/>
              <p:nvPr/>
            </p:nvPicPr>
            <p:blipFill>
              <a:blip r:embed="rId64"/>
              <a:stretch>
                <a:fillRect/>
              </a:stretch>
            </p:blipFill>
            <p:spPr>
              <a:xfrm>
                <a:off x="7716872" y="3885188"/>
                <a:ext cx="1226520" cy="3805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3" name="Ink 42">
                <a:extLst>
                  <a:ext uri="{FF2B5EF4-FFF2-40B4-BE49-F238E27FC236}">
                    <a16:creationId xmlns:a16="http://schemas.microsoft.com/office/drawing/2014/main" id="{BEFADF7B-6FA5-E972-E898-1DA0AAAAF398}"/>
                  </a:ext>
                </a:extLst>
              </p14:cNvPr>
              <p14:cNvContentPartPr/>
              <p14:nvPr/>
            </p14:nvContentPartPr>
            <p14:xfrm>
              <a:off x="7795712" y="4069868"/>
              <a:ext cx="1053360" cy="23760"/>
            </p14:xfrm>
          </p:contentPart>
        </mc:Choice>
        <mc:Fallback xmlns="">
          <p:pic>
            <p:nvPicPr>
              <p:cNvPr id="43" name="Ink 42">
                <a:extLst>
                  <a:ext uri="{FF2B5EF4-FFF2-40B4-BE49-F238E27FC236}">
                    <a16:creationId xmlns:a16="http://schemas.microsoft.com/office/drawing/2014/main" id="{BEFADF7B-6FA5-E972-E898-1DA0AAAAF398}"/>
                  </a:ext>
                </a:extLst>
              </p:cNvPr>
              <p:cNvPicPr/>
              <p:nvPr/>
            </p:nvPicPr>
            <p:blipFill>
              <a:blip r:embed="rId66"/>
              <a:stretch>
                <a:fillRect/>
              </a:stretch>
            </p:blipFill>
            <p:spPr>
              <a:xfrm>
                <a:off x="7706072" y="3890228"/>
                <a:ext cx="123300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4" name="Ink 43">
                <a:extLst>
                  <a:ext uri="{FF2B5EF4-FFF2-40B4-BE49-F238E27FC236}">
                    <a16:creationId xmlns:a16="http://schemas.microsoft.com/office/drawing/2014/main" id="{0F6781C6-33C1-6915-BAAB-4AA6CDFDCAF9}"/>
                  </a:ext>
                </a:extLst>
              </p14:cNvPr>
              <p14:cNvContentPartPr/>
              <p14:nvPr/>
            </p14:nvContentPartPr>
            <p14:xfrm>
              <a:off x="7611032" y="4068428"/>
              <a:ext cx="1291320" cy="38520"/>
            </p14:xfrm>
          </p:contentPart>
        </mc:Choice>
        <mc:Fallback xmlns="">
          <p:pic>
            <p:nvPicPr>
              <p:cNvPr id="44" name="Ink 43">
                <a:extLst>
                  <a:ext uri="{FF2B5EF4-FFF2-40B4-BE49-F238E27FC236}">
                    <a16:creationId xmlns:a16="http://schemas.microsoft.com/office/drawing/2014/main" id="{0F6781C6-33C1-6915-BAAB-4AA6CDFDCAF9}"/>
                  </a:ext>
                </a:extLst>
              </p:cNvPr>
              <p:cNvPicPr/>
              <p:nvPr/>
            </p:nvPicPr>
            <p:blipFill>
              <a:blip r:embed="rId68"/>
              <a:stretch>
                <a:fillRect/>
              </a:stretch>
            </p:blipFill>
            <p:spPr>
              <a:xfrm>
                <a:off x="7521032" y="3888788"/>
                <a:ext cx="147096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5" name="Ink 44">
                <a:extLst>
                  <a:ext uri="{FF2B5EF4-FFF2-40B4-BE49-F238E27FC236}">
                    <a16:creationId xmlns:a16="http://schemas.microsoft.com/office/drawing/2014/main" id="{4CDD139F-6143-5EEC-86B5-1388B89CA6B4}"/>
                  </a:ext>
                </a:extLst>
              </p14:cNvPr>
              <p14:cNvContentPartPr/>
              <p14:nvPr/>
            </p14:nvContentPartPr>
            <p14:xfrm>
              <a:off x="7555592" y="4080308"/>
              <a:ext cx="1015560" cy="28440"/>
            </p14:xfrm>
          </p:contentPart>
        </mc:Choice>
        <mc:Fallback xmlns="">
          <p:pic>
            <p:nvPicPr>
              <p:cNvPr id="45" name="Ink 44">
                <a:extLst>
                  <a:ext uri="{FF2B5EF4-FFF2-40B4-BE49-F238E27FC236}">
                    <a16:creationId xmlns:a16="http://schemas.microsoft.com/office/drawing/2014/main" id="{4CDD139F-6143-5EEC-86B5-1388B89CA6B4}"/>
                  </a:ext>
                </a:extLst>
              </p:cNvPr>
              <p:cNvPicPr/>
              <p:nvPr/>
            </p:nvPicPr>
            <p:blipFill>
              <a:blip r:embed="rId70"/>
              <a:stretch>
                <a:fillRect/>
              </a:stretch>
            </p:blipFill>
            <p:spPr>
              <a:xfrm>
                <a:off x="7465952" y="3900668"/>
                <a:ext cx="1195200" cy="3880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6" name="Ink 45">
                <a:extLst>
                  <a:ext uri="{FF2B5EF4-FFF2-40B4-BE49-F238E27FC236}">
                    <a16:creationId xmlns:a16="http://schemas.microsoft.com/office/drawing/2014/main" id="{B3EADF3B-0747-5B98-832C-BBF19D48F5EA}"/>
                  </a:ext>
                </a:extLst>
              </p14:cNvPr>
              <p14:cNvContentPartPr/>
              <p14:nvPr/>
            </p14:nvContentPartPr>
            <p14:xfrm>
              <a:off x="7633712" y="4075268"/>
              <a:ext cx="1064520" cy="32400"/>
            </p14:xfrm>
          </p:contentPart>
        </mc:Choice>
        <mc:Fallback xmlns="">
          <p:pic>
            <p:nvPicPr>
              <p:cNvPr id="46" name="Ink 45">
                <a:extLst>
                  <a:ext uri="{FF2B5EF4-FFF2-40B4-BE49-F238E27FC236}">
                    <a16:creationId xmlns:a16="http://schemas.microsoft.com/office/drawing/2014/main" id="{B3EADF3B-0747-5B98-832C-BBF19D48F5EA}"/>
                  </a:ext>
                </a:extLst>
              </p:cNvPr>
              <p:cNvPicPr/>
              <p:nvPr/>
            </p:nvPicPr>
            <p:blipFill>
              <a:blip r:embed="rId72"/>
              <a:stretch>
                <a:fillRect/>
              </a:stretch>
            </p:blipFill>
            <p:spPr>
              <a:xfrm>
                <a:off x="7544072" y="3895268"/>
                <a:ext cx="124416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7" name="Ink 46">
                <a:extLst>
                  <a:ext uri="{FF2B5EF4-FFF2-40B4-BE49-F238E27FC236}">
                    <a16:creationId xmlns:a16="http://schemas.microsoft.com/office/drawing/2014/main" id="{E43D63F4-78F4-A453-7EA4-53696DAFD98F}"/>
                  </a:ext>
                </a:extLst>
              </p14:cNvPr>
              <p14:cNvContentPartPr/>
              <p14:nvPr/>
            </p14:nvContentPartPr>
            <p14:xfrm>
              <a:off x="7699592" y="4067708"/>
              <a:ext cx="794160" cy="11880"/>
            </p14:xfrm>
          </p:contentPart>
        </mc:Choice>
        <mc:Fallback xmlns="">
          <p:pic>
            <p:nvPicPr>
              <p:cNvPr id="47" name="Ink 46">
                <a:extLst>
                  <a:ext uri="{FF2B5EF4-FFF2-40B4-BE49-F238E27FC236}">
                    <a16:creationId xmlns:a16="http://schemas.microsoft.com/office/drawing/2014/main" id="{E43D63F4-78F4-A453-7EA4-53696DAFD98F}"/>
                  </a:ext>
                </a:extLst>
              </p:cNvPr>
              <p:cNvPicPr/>
              <p:nvPr/>
            </p:nvPicPr>
            <p:blipFill>
              <a:blip r:embed="rId74"/>
              <a:stretch>
                <a:fillRect/>
              </a:stretch>
            </p:blipFill>
            <p:spPr>
              <a:xfrm>
                <a:off x="7609592" y="3887708"/>
                <a:ext cx="97380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8" name="Ink 47">
                <a:extLst>
                  <a:ext uri="{FF2B5EF4-FFF2-40B4-BE49-F238E27FC236}">
                    <a16:creationId xmlns:a16="http://schemas.microsoft.com/office/drawing/2014/main" id="{8826A3EA-4ECC-60CD-DEFE-43B77F242C96}"/>
                  </a:ext>
                </a:extLst>
              </p14:cNvPr>
              <p14:cNvContentPartPr/>
              <p14:nvPr/>
            </p14:nvContentPartPr>
            <p14:xfrm>
              <a:off x="11465552" y="4122428"/>
              <a:ext cx="223920" cy="2160"/>
            </p14:xfrm>
          </p:contentPart>
        </mc:Choice>
        <mc:Fallback xmlns="">
          <p:pic>
            <p:nvPicPr>
              <p:cNvPr id="48" name="Ink 47">
                <a:extLst>
                  <a:ext uri="{FF2B5EF4-FFF2-40B4-BE49-F238E27FC236}">
                    <a16:creationId xmlns:a16="http://schemas.microsoft.com/office/drawing/2014/main" id="{8826A3EA-4ECC-60CD-DEFE-43B77F242C96}"/>
                  </a:ext>
                </a:extLst>
              </p:cNvPr>
              <p:cNvPicPr/>
              <p:nvPr/>
            </p:nvPicPr>
            <p:blipFill>
              <a:blip r:embed="rId76"/>
              <a:stretch>
                <a:fillRect/>
              </a:stretch>
            </p:blipFill>
            <p:spPr>
              <a:xfrm>
                <a:off x="11375552" y="3942788"/>
                <a:ext cx="403560" cy="3618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9" name="Ink 48">
                <a:extLst>
                  <a:ext uri="{FF2B5EF4-FFF2-40B4-BE49-F238E27FC236}">
                    <a16:creationId xmlns:a16="http://schemas.microsoft.com/office/drawing/2014/main" id="{6389D7FB-6FB8-4582-2382-A1CF97EBEF08}"/>
                  </a:ext>
                </a:extLst>
              </p14:cNvPr>
              <p14:cNvContentPartPr/>
              <p14:nvPr/>
            </p14:nvContentPartPr>
            <p14:xfrm>
              <a:off x="11399312" y="4119188"/>
              <a:ext cx="292320" cy="8280"/>
            </p14:xfrm>
          </p:contentPart>
        </mc:Choice>
        <mc:Fallback xmlns="">
          <p:pic>
            <p:nvPicPr>
              <p:cNvPr id="49" name="Ink 48">
                <a:extLst>
                  <a:ext uri="{FF2B5EF4-FFF2-40B4-BE49-F238E27FC236}">
                    <a16:creationId xmlns:a16="http://schemas.microsoft.com/office/drawing/2014/main" id="{6389D7FB-6FB8-4582-2382-A1CF97EBEF08}"/>
                  </a:ext>
                </a:extLst>
              </p:cNvPr>
              <p:cNvPicPr/>
              <p:nvPr/>
            </p:nvPicPr>
            <p:blipFill>
              <a:blip r:embed="rId78"/>
              <a:stretch>
                <a:fillRect/>
              </a:stretch>
            </p:blipFill>
            <p:spPr>
              <a:xfrm>
                <a:off x="11309672" y="3939548"/>
                <a:ext cx="47196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0" name="Ink 49">
                <a:extLst>
                  <a:ext uri="{FF2B5EF4-FFF2-40B4-BE49-F238E27FC236}">
                    <a16:creationId xmlns:a16="http://schemas.microsoft.com/office/drawing/2014/main" id="{DAC83363-2C31-454F-3662-2E39BB98D56B}"/>
                  </a:ext>
                </a:extLst>
              </p14:cNvPr>
              <p14:cNvContentPartPr/>
              <p14:nvPr/>
            </p14:nvContentPartPr>
            <p14:xfrm>
              <a:off x="11398592" y="4102988"/>
              <a:ext cx="247320" cy="24480"/>
            </p14:xfrm>
          </p:contentPart>
        </mc:Choice>
        <mc:Fallback xmlns="">
          <p:pic>
            <p:nvPicPr>
              <p:cNvPr id="50" name="Ink 49">
                <a:extLst>
                  <a:ext uri="{FF2B5EF4-FFF2-40B4-BE49-F238E27FC236}">
                    <a16:creationId xmlns:a16="http://schemas.microsoft.com/office/drawing/2014/main" id="{DAC83363-2C31-454F-3662-2E39BB98D56B}"/>
                  </a:ext>
                </a:extLst>
              </p:cNvPr>
              <p:cNvPicPr/>
              <p:nvPr/>
            </p:nvPicPr>
            <p:blipFill>
              <a:blip r:embed="rId80"/>
              <a:stretch>
                <a:fillRect/>
              </a:stretch>
            </p:blipFill>
            <p:spPr>
              <a:xfrm>
                <a:off x="11308592" y="3923348"/>
                <a:ext cx="42696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1" name="Ink 50">
                <a:extLst>
                  <a:ext uri="{FF2B5EF4-FFF2-40B4-BE49-F238E27FC236}">
                    <a16:creationId xmlns:a16="http://schemas.microsoft.com/office/drawing/2014/main" id="{B9023823-5982-8A27-6EF8-DE87AD4BD3F6}"/>
                  </a:ext>
                </a:extLst>
              </p14:cNvPr>
              <p14:cNvContentPartPr/>
              <p14:nvPr/>
            </p14:nvContentPartPr>
            <p14:xfrm>
              <a:off x="11577512" y="4096868"/>
              <a:ext cx="105480" cy="6480"/>
            </p14:xfrm>
          </p:contentPart>
        </mc:Choice>
        <mc:Fallback xmlns="">
          <p:pic>
            <p:nvPicPr>
              <p:cNvPr id="51" name="Ink 50">
                <a:extLst>
                  <a:ext uri="{FF2B5EF4-FFF2-40B4-BE49-F238E27FC236}">
                    <a16:creationId xmlns:a16="http://schemas.microsoft.com/office/drawing/2014/main" id="{B9023823-5982-8A27-6EF8-DE87AD4BD3F6}"/>
                  </a:ext>
                </a:extLst>
              </p:cNvPr>
              <p:cNvPicPr/>
              <p:nvPr/>
            </p:nvPicPr>
            <p:blipFill>
              <a:blip r:embed="rId82"/>
              <a:stretch>
                <a:fillRect/>
              </a:stretch>
            </p:blipFill>
            <p:spPr>
              <a:xfrm>
                <a:off x="11487512" y="3916868"/>
                <a:ext cx="28512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2" name="Ink 51">
                <a:extLst>
                  <a:ext uri="{FF2B5EF4-FFF2-40B4-BE49-F238E27FC236}">
                    <a16:creationId xmlns:a16="http://schemas.microsoft.com/office/drawing/2014/main" id="{A96717D0-3EEF-DE02-B86E-4990525EDA60}"/>
                  </a:ext>
                </a:extLst>
              </p14:cNvPr>
              <p14:cNvContentPartPr/>
              <p14:nvPr/>
            </p14:nvContentPartPr>
            <p14:xfrm>
              <a:off x="11532872" y="4097948"/>
              <a:ext cx="159120" cy="7920"/>
            </p14:xfrm>
          </p:contentPart>
        </mc:Choice>
        <mc:Fallback xmlns="">
          <p:pic>
            <p:nvPicPr>
              <p:cNvPr id="52" name="Ink 51">
                <a:extLst>
                  <a:ext uri="{FF2B5EF4-FFF2-40B4-BE49-F238E27FC236}">
                    <a16:creationId xmlns:a16="http://schemas.microsoft.com/office/drawing/2014/main" id="{A96717D0-3EEF-DE02-B86E-4990525EDA60}"/>
                  </a:ext>
                </a:extLst>
              </p:cNvPr>
              <p:cNvPicPr/>
              <p:nvPr/>
            </p:nvPicPr>
            <p:blipFill>
              <a:blip r:embed="rId84"/>
              <a:stretch>
                <a:fillRect/>
              </a:stretch>
            </p:blipFill>
            <p:spPr>
              <a:xfrm>
                <a:off x="11443232" y="3918308"/>
                <a:ext cx="338760" cy="3675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3" name="Ink 52">
                <a:extLst>
                  <a:ext uri="{FF2B5EF4-FFF2-40B4-BE49-F238E27FC236}">
                    <a16:creationId xmlns:a16="http://schemas.microsoft.com/office/drawing/2014/main" id="{04173753-6B0B-D5B2-CC38-C6DD8BB34890}"/>
                  </a:ext>
                </a:extLst>
              </p14:cNvPr>
              <p14:cNvContentPartPr/>
              <p14:nvPr/>
            </p14:nvContentPartPr>
            <p14:xfrm>
              <a:off x="11716472" y="4093988"/>
              <a:ext cx="360" cy="360"/>
            </p14:xfrm>
          </p:contentPart>
        </mc:Choice>
        <mc:Fallback xmlns="">
          <p:pic>
            <p:nvPicPr>
              <p:cNvPr id="53" name="Ink 52">
                <a:extLst>
                  <a:ext uri="{FF2B5EF4-FFF2-40B4-BE49-F238E27FC236}">
                    <a16:creationId xmlns:a16="http://schemas.microsoft.com/office/drawing/2014/main" id="{04173753-6B0B-D5B2-CC38-C6DD8BB34890}"/>
                  </a:ext>
                </a:extLst>
              </p:cNvPr>
              <p:cNvPicPr/>
              <p:nvPr/>
            </p:nvPicPr>
            <p:blipFill>
              <a:blip r:embed="rId7"/>
              <a:stretch>
                <a:fillRect/>
              </a:stretch>
            </p:blipFill>
            <p:spPr>
              <a:xfrm>
                <a:off x="11626472" y="3913988"/>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4" name="Ink 53">
                <a:extLst>
                  <a:ext uri="{FF2B5EF4-FFF2-40B4-BE49-F238E27FC236}">
                    <a16:creationId xmlns:a16="http://schemas.microsoft.com/office/drawing/2014/main" id="{65F97F16-6B33-E8EC-28D8-42C4ED6C1C2F}"/>
                  </a:ext>
                </a:extLst>
              </p14:cNvPr>
              <p14:cNvContentPartPr/>
              <p14:nvPr/>
            </p14:nvContentPartPr>
            <p14:xfrm>
              <a:off x="11542952" y="4097948"/>
              <a:ext cx="68040" cy="2520"/>
            </p14:xfrm>
          </p:contentPart>
        </mc:Choice>
        <mc:Fallback xmlns="">
          <p:pic>
            <p:nvPicPr>
              <p:cNvPr id="54" name="Ink 53">
                <a:extLst>
                  <a:ext uri="{FF2B5EF4-FFF2-40B4-BE49-F238E27FC236}">
                    <a16:creationId xmlns:a16="http://schemas.microsoft.com/office/drawing/2014/main" id="{65F97F16-6B33-E8EC-28D8-42C4ED6C1C2F}"/>
                  </a:ext>
                </a:extLst>
              </p:cNvPr>
              <p:cNvPicPr/>
              <p:nvPr/>
            </p:nvPicPr>
            <p:blipFill>
              <a:blip r:embed="rId87"/>
              <a:stretch>
                <a:fillRect/>
              </a:stretch>
            </p:blipFill>
            <p:spPr>
              <a:xfrm>
                <a:off x="11453312" y="3918308"/>
                <a:ext cx="24768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5" name="Ink 54">
                <a:extLst>
                  <a:ext uri="{FF2B5EF4-FFF2-40B4-BE49-F238E27FC236}">
                    <a16:creationId xmlns:a16="http://schemas.microsoft.com/office/drawing/2014/main" id="{38F05EAD-FE6B-1E03-AC56-D9D663AB59EB}"/>
                  </a:ext>
                </a:extLst>
              </p14:cNvPr>
              <p14:cNvContentPartPr/>
              <p14:nvPr/>
            </p14:nvContentPartPr>
            <p14:xfrm>
              <a:off x="11639792" y="4097228"/>
              <a:ext cx="360" cy="360"/>
            </p14:xfrm>
          </p:contentPart>
        </mc:Choice>
        <mc:Fallback xmlns="">
          <p:pic>
            <p:nvPicPr>
              <p:cNvPr id="55" name="Ink 54">
                <a:extLst>
                  <a:ext uri="{FF2B5EF4-FFF2-40B4-BE49-F238E27FC236}">
                    <a16:creationId xmlns:a16="http://schemas.microsoft.com/office/drawing/2014/main" id="{38F05EAD-FE6B-1E03-AC56-D9D663AB59EB}"/>
                  </a:ext>
                </a:extLst>
              </p:cNvPr>
              <p:cNvPicPr/>
              <p:nvPr/>
            </p:nvPicPr>
            <p:blipFill>
              <a:blip r:embed="rId7"/>
              <a:stretch>
                <a:fillRect/>
              </a:stretch>
            </p:blipFill>
            <p:spPr>
              <a:xfrm>
                <a:off x="11549792" y="3917228"/>
                <a:ext cx="180000" cy="360000"/>
              </a:xfrm>
              <a:prstGeom prst="rect">
                <a:avLst/>
              </a:prstGeom>
            </p:spPr>
          </p:pic>
        </mc:Fallback>
      </mc:AlternateContent>
      <p:sp>
        <p:nvSpPr>
          <p:cNvPr id="56" name="Rectangle 55">
            <a:extLst>
              <a:ext uri="{FF2B5EF4-FFF2-40B4-BE49-F238E27FC236}">
                <a16:creationId xmlns:a16="http://schemas.microsoft.com/office/drawing/2014/main" id="{04D4B87F-5270-AAB0-D0D3-B919AA3CD804}"/>
              </a:ext>
            </a:extLst>
          </p:cNvPr>
          <p:cNvSpPr/>
          <p:nvPr/>
        </p:nvSpPr>
        <p:spPr>
          <a:xfrm>
            <a:off x="4546185" y="1088921"/>
            <a:ext cx="7209636" cy="3384225"/>
          </a:xfrm>
          <a:prstGeom prst="rect">
            <a:avLst/>
          </a:prstGeom>
          <a:noFill/>
          <a:ln w="57150">
            <a:solidFill>
              <a:srgbClr val="FF3B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13393DD1-3E6E-A42C-7F49-496643B490F9}"/>
              </a:ext>
            </a:extLst>
          </p:cNvPr>
          <p:cNvSpPr txBox="1"/>
          <p:nvPr/>
        </p:nvSpPr>
        <p:spPr>
          <a:xfrm>
            <a:off x="6511232" y="4569855"/>
            <a:ext cx="3774240" cy="307777"/>
          </a:xfrm>
          <a:prstGeom prst="rect">
            <a:avLst/>
          </a:prstGeom>
          <a:noFill/>
        </p:spPr>
        <p:txBody>
          <a:bodyPr wrap="square" rtlCol="0">
            <a:spAutoFit/>
          </a:bodyPr>
          <a:lstStyle/>
          <a:p>
            <a:pPr algn="ctr"/>
            <a:r>
              <a:rPr lang="en-GB" sz="1400" b="1" dirty="0">
                <a:latin typeface="Helvetica Neue" panose="02000503000000020004" pitchFamily="2" charset="0"/>
                <a:ea typeface="Helvetica Neue" panose="02000503000000020004" pitchFamily="2" charset="0"/>
                <a:cs typeface="Helvetica Neue" panose="02000503000000020004" pitchFamily="2" charset="0"/>
              </a:rPr>
              <a:t>Scenario 2: US Population Density</a:t>
            </a:r>
          </a:p>
        </p:txBody>
      </p:sp>
      <p:sp>
        <p:nvSpPr>
          <p:cNvPr id="3" name="Slide Number Placeholder 3">
            <a:extLst>
              <a:ext uri="{FF2B5EF4-FFF2-40B4-BE49-F238E27FC236}">
                <a16:creationId xmlns:a16="http://schemas.microsoft.com/office/drawing/2014/main" id="{1294B5D5-5545-CBB3-3258-8DBC6E4F1588}"/>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6</a:t>
            </a:fld>
            <a:endParaRPr lang="en-US" dirty="0">
              <a:solidFill>
                <a:srgbClr val="000000"/>
              </a:solidFill>
              <a:cs typeface="ＭＳ Ｐゴシック" charset="0"/>
            </a:endParaRPr>
          </a:p>
        </p:txBody>
      </p:sp>
    </p:spTree>
    <p:extLst>
      <p:ext uri="{BB962C8B-B14F-4D97-AF65-F5344CB8AC3E}">
        <p14:creationId xmlns:p14="http://schemas.microsoft.com/office/powerpoint/2010/main" val="703546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black and white squares&#10;&#10;Description automatically generated">
            <a:extLst>
              <a:ext uri="{FF2B5EF4-FFF2-40B4-BE49-F238E27FC236}">
                <a16:creationId xmlns:a16="http://schemas.microsoft.com/office/drawing/2014/main" id="{05CBCB8C-DB41-FEC5-1C98-FA72BE084CB8}"/>
              </a:ext>
            </a:extLst>
          </p:cNvPr>
          <p:cNvPicPr>
            <a:picLocks noChangeAspect="1"/>
          </p:cNvPicPr>
          <p:nvPr/>
        </p:nvPicPr>
        <p:blipFill>
          <a:blip r:embed="rId3"/>
          <a:stretch>
            <a:fillRect/>
          </a:stretch>
        </p:blipFill>
        <p:spPr>
          <a:xfrm>
            <a:off x="1330594" y="1847489"/>
            <a:ext cx="9303492" cy="2704917"/>
          </a:xfrm>
          <a:prstGeom prst="rect">
            <a:avLst/>
          </a:prstGeom>
        </p:spPr>
      </p:pic>
      <p:sp>
        <p:nvSpPr>
          <p:cNvPr id="4" name="Title 1">
            <a:extLst>
              <a:ext uri="{FF2B5EF4-FFF2-40B4-BE49-F238E27FC236}">
                <a16:creationId xmlns:a16="http://schemas.microsoft.com/office/drawing/2014/main" id="{28562B3B-2342-6E4C-B72B-B6CFB334502D}"/>
              </a:ext>
            </a:extLst>
          </p:cNvPr>
          <p:cNvSpPr txBox="1">
            <a:spLocks/>
          </p:cNvSpPr>
          <p:nvPr/>
        </p:nvSpPr>
        <p:spPr>
          <a:xfrm>
            <a:off x="163080" y="174331"/>
            <a:ext cx="11638520"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GB" altLang="en-US" sz="3600" b="1" dirty="0">
                <a:latin typeface="Helvetica Neue Light" panose="02000403000000020004" pitchFamily="2" charset="0"/>
                <a:ea typeface="Helvetica Neue Light" panose="02000403000000020004" pitchFamily="2" charset="0"/>
              </a:rPr>
              <a:t>Statistical analysis: Moran’s I statistic [1]</a:t>
            </a:r>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5" name="TextBox 4">
            <a:extLst>
              <a:ext uri="{FF2B5EF4-FFF2-40B4-BE49-F238E27FC236}">
                <a16:creationId xmlns:a16="http://schemas.microsoft.com/office/drawing/2014/main" id="{AFD9DF82-1582-89AB-4439-BFD9A26283FA}"/>
              </a:ext>
            </a:extLst>
          </p:cNvPr>
          <p:cNvSpPr txBox="1"/>
          <p:nvPr/>
        </p:nvSpPr>
        <p:spPr>
          <a:xfrm>
            <a:off x="276740" y="874802"/>
            <a:ext cx="11638520" cy="923330"/>
          </a:xfrm>
          <a:prstGeom prst="rect">
            <a:avLst/>
          </a:prstGeom>
          <a:solidFill>
            <a:schemeClr val="accent1">
              <a:lumMod val="60000"/>
              <a:lumOff val="40000"/>
            </a:schemeClr>
          </a:solidFill>
        </p:spPr>
        <p:txBody>
          <a:bodyPr wrap="square" rtlCol="0">
            <a:spAutoFit/>
          </a:bodyPr>
          <a:lstStyle/>
          <a:p>
            <a:r>
              <a:rPr lang="en-GB" dirty="0">
                <a:latin typeface="Helvetica Neue Thin" panose="020B0403020202020204" pitchFamily="34" charset="0"/>
                <a:ea typeface="Helvetica Neue Thin" panose="020B0403020202020204" pitchFamily="34" charset="0"/>
              </a:rPr>
              <a:t>In testing for evidence of spatial autocorrelation, the </a:t>
            </a:r>
            <a:r>
              <a:rPr lang="en-GB" b="1" dirty="0">
                <a:latin typeface="HELVETICA NEUE THIN" panose="020B0403020202020204" pitchFamily="34" charset="0"/>
                <a:ea typeface="HELVETICA NEUE THIN" panose="020B0403020202020204" pitchFamily="34" charset="0"/>
              </a:rPr>
              <a:t>Moran’s I statistic</a:t>
            </a:r>
            <a:r>
              <a:rPr lang="en-GB" b="1" dirty="0">
                <a:latin typeface="Helvetica Neue Thin" panose="020B0403020202020204" pitchFamily="34" charset="0"/>
                <a:ea typeface="Helvetica Neue Thin" panose="020B0403020202020204" pitchFamily="34" charset="0"/>
              </a:rPr>
              <a:t>, </a:t>
            </a:r>
            <a:r>
              <a:rPr lang="en-GB" dirty="0">
                <a:latin typeface="Helvetica Neue Thin" panose="020B0403020202020204" pitchFamily="34" charset="0"/>
                <a:ea typeface="Helvetica Neue Thin" panose="020B0403020202020204" pitchFamily="34" charset="0"/>
              </a:rPr>
              <a:t>which is a weighted correlation coefficient, is the statistical test used to detect departures from spatial randomness. Departures from randomness indicate spatial patterns such as clusters (+) or dispersed (-). This statistic is accompanied with a p-value to determine significance</a:t>
            </a:r>
          </a:p>
        </p:txBody>
      </p:sp>
      <p:sp>
        <p:nvSpPr>
          <p:cNvPr id="8" name="TextBox 7">
            <a:extLst>
              <a:ext uri="{FF2B5EF4-FFF2-40B4-BE49-F238E27FC236}">
                <a16:creationId xmlns:a16="http://schemas.microsoft.com/office/drawing/2014/main" id="{3A94DE49-F671-5655-EE81-666B08FAE4D0}"/>
              </a:ext>
            </a:extLst>
          </p:cNvPr>
          <p:cNvSpPr txBox="1"/>
          <p:nvPr/>
        </p:nvSpPr>
        <p:spPr>
          <a:xfrm>
            <a:off x="357352" y="4842249"/>
            <a:ext cx="184731" cy="369332"/>
          </a:xfrm>
          <a:prstGeom prst="rect">
            <a:avLst/>
          </a:prstGeom>
          <a:noFill/>
        </p:spPr>
        <p:txBody>
          <a:bodyPr wrap="none" rtlCol="0">
            <a:spAutoFit/>
          </a:bodyPr>
          <a:lstStyle/>
          <a:p>
            <a:endParaRPr lang="en-GB" dirty="0"/>
          </a:p>
        </p:txBody>
      </p:sp>
      <p:sp>
        <p:nvSpPr>
          <p:cNvPr id="9" name="TextBox 8">
            <a:extLst>
              <a:ext uri="{FF2B5EF4-FFF2-40B4-BE49-F238E27FC236}">
                <a16:creationId xmlns:a16="http://schemas.microsoft.com/office/drawing/2014/main" id="{CE5078FD-7EC3-D024-9602-A2FDF0DB7EF8}"/>
              </a:ext>
            </a:extLst>
          </p:cNvPr>
          <p:cNvSpPr txBox="1"/>
          <p:nvPr/>
        </p:nvSpPr>
        <p:spPr>
          <a:xfrm>
            <a:off x="387166" y="4652344"/>
            <a:ext cx="11190348" cy="2031325"/>
          </a:xfrm>
          <a:prstGeom prst="rect">
            <a:avLst/>
          </a:prstGeom>
          <a:noFill/>
        </p:spPr>
        <p:txBody>
          <a:bodyPr wrap="square" rtlCol="0">
            <a:spAutoFit/>
          </a:bodyPr>
          <a:lstStyle/>
          <a:p>
            <a:pPr marL="285750" indent="-285750">
              <a:buFont typeface="Wingdings" pitchFamily="2" charset="2"/>
              <a:buChar char="§"/>
            </a:pPr>
            <a:r>
              <a:rPr lang="en-GB" dirty="0">
                <a:latin typeface="Helvetica Neue Thin" panose="020B0403020202020204" pitchFamily="34" charset="0"/>
                <a:ea typeface="Helvetica Neue Thin" panose="020B0403020202020204" pitchFamily="34" charset="0"/>
              </a:rPr>
              <a:t>Positive Moran’s I value is when spatial autocorrelation generally indicates that nearby area have similar values, indicating spatial clustering. </a:t>
            </a:r>
            <a:r>
              <a:rPr lang="en-GB" b="1" dirty="0">
                <a:latin typeface="Helvetica Neue Thin" panose="020B0403020202020204" pitchFamily="34" charset="0"/>
                <a:ea typeface="Helvetica Neue Thin" panose="020B0403020202020204" pitchFamily="34" charset="0"/>
              </a:rPr>
              <a:t>This is a spatial pattern!</a:t>
            </a:r>
          </a:p>
          <a:p>
            <a:pPr marL="285750" indent="-285750">
              <a:buFont typeface="Wingdings" pitchFamily="2" charset="2"/>
              <a:buChar char="§"/>
            </a:pPr>
            <a:endParaRPr lang="en-GB" dirty="0">
              <a:latin typeface="Helvetica Neue Thin" panose="020B0403020202020204" pitchFamily="34" charset="0"/>
              <a:ea typeface="Helvetica Neue Thin" panose="020B0403020202020204" pitchFamily="34" charset="0"/>
            </a:endParaRPr>
          </a:p>
          <a:p>
            <a:pPr marL="285750" indent="-285750">
              <a:buFont typeface="Wingdings" pitchFamily="2" charset="2"/>
              <a:buChar char="§"/>
            </a:pPr>
            <a:r>
              <a:rPr lang="en-GB" dirty="0">
                <a:latin typeface="Helvetica Neue Thin" panose="020B0403020202020204" pitchFamily="34" charset="0"/>
                <a:ea typeface="Helvetica Neue Thin" panose="020B0403020202020204" pitchFamily="34" charset="0"/>
              </a:rPr>
              <a:t>Negative Moran’s I spatial autocorrelation generally indicates that nearby area have dissimilar values, this is dispersion of values is indeed a </a:t>
            </a:r>
            <a:r>
              <a:rPr lang="en-GB" b="1" dirty="0">
                <a:latin typeface="Helvetica Neue Thin" panose="020B0403020202020204" pitchFamily="34" charset="0"/>
                <a:ea typeface="Helvetica Neue Thin" panose="020B0403020202020204" pitchFamily="34" charset="0"/>
              </a:rPr>
              <a:t>spatial pattern!</a:t>
            </a:r>
          </a:p>
          <a:p>
            <a:pPr marL="285750" indent="-285750">
              <a:buFont typeface="Wingdings" pitchFamily="2" charset="2"/>
              <a:buChar char="§"/>
            </a:pPr>
            <a:endParaRPr lang="en-GB" b="1" dirty="0">
              <a:latin typeface="Helvetica Neue Thin" panose="020B0403020202020204" pitchFamily="34" charset="0"/>
              <a:ea typeface="Helvetica Neue Thin" panose="020B0403020202020204" pitchFamily="34" charset="0"/>
              <a:cs typeface="Helvetica Neue" panose="02000503000000020004" pitchFamily="2" charset="0"/>
            </a:endParaRPr>
          </a:p>
          <a:p>
            <a:pPr marL="285750" indent="-285750">
              <a:buFont typeface="Wingdings" pitchFamily="2" charset="2"/>
              <a:buChar char="§"/>
            </a:pPr>
            <a:r>
              <a:rPr lang="en-GB" dirty="0">
                <a:latin typeface="Helvetica Neue Thin" panose="020B0403020202020204" pitchFamily="34" charset="0"/>
                <a:ea typeface="Helvetica Neue Thin" panose="020B0403020202020204" pitchFamily="34" charset="0"/>
              </a:rPr>
              <a:t>A Moran’s I value closer to 0 means no evidence of spatial autocorrelation. </a:t>
            </a:r>
            <a:r>
              <a:rPr lang="en-GB" b="1" dirty="0">
                <a:latin typeface="Helvetica Neue Thin" panose="020B0403020202020204" pitchFamily="34" charset="0"/>
                <a:ea typeface="Helvetica Neue Thin" panose="020B0403020202020204" pitchFamily="34" charset="0"/>
              </a:rPr>
              <a:t>No discernible spatial pattern!</a:t>
            </a:r>
            <a:endParaRPr lang="en-GB"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8" name="TextBox 17">
            <a:extLst>
              <a:ext uri="{FF2B5EF4-FFF2-40B4-BE49-F238E27FC236}">
                <a16:creationId xmlns:a16="http://schemas.microsoft.com/office/drawing/2014/main" id="{D4B07439-0966-77B9-4C53-6DFFCA9F2650}"/>
              </a:ext>
            </a:extLst>
          </p:cNvPr>
          <p:cNvSpPr txBox="1"/>
          <p:nvPr/>
        </p:nvSpPr>
        <p:spPr>
          <a:xfrm>
            <a:off x="1983612" y="3987201"/>
            <a:ext cx="593124" cy="369332"/>
          </a:xfrm>
          <a:prstGeom prst="rect">
            <a:avLst/>
          </a:prstGeom>
          <a:noFill/>
        </p:spPr>
        <p:txBody>
          <a:bodyPr wrap="square" rtlCol="0">
            <a:spAutoFit/>
          </a:bodyPr>
          <a:lstStyle/>
          <a:p>
            <a:pPr algn="ctr"/>
            <a:r>
              <a:rPr lang="en-GB" b="1" dirty="0">
                <a:latin typeface="Helvetica Neue Thin" panose="020B0403020202020204" pitchFamily="34" charset="0"/>
                <a:ea typeface="Helvetica Neue Thin" panose="020B0403020202020204" pitchFamily="34" charset="0"/>
              </a:rPr>
              <a:t>-1</a:t>
            </a:r>
            <a:endParaRPr lang="en-GB" b="1" dirty="0">
              <a:latin typeface="HELVETICA NEUE THIN" panose="020B0403020202020204" pitchFamily="34" charset="0"/>
              <a:ea typeface="HELVETICA NEUE THIN" panose="020B0403020202020204" pitchFamily="34" charset="0"/>
            </a:endParaRPr>
          </a:p>
        </p:txBody>
      </p:sp>
      <p:sp>
        <p:nvSpPr>
          <p:cNvPr id="19" name="TextBox 18">
            <a:extLst>
              <a:ext uri="{FF2B5EF4-FFF2-40B4-BE49-F238E27FC236}">
                <a16:creationId xmlns:a16="http://schemas.microsoft.com/office/drawing/2014/main" id="{0DD1C45F-5F20-C99B-E1C4-9644A743C780}"/>
              </a:ext>
            </a:extLst>
          </p:cNvPr>
          <p:cNvSpPr txBox="1"/>
          <p:nvPr/>
        </p:nvSpPr>
        <p:spPr>
          <a:xfrm>
            <a:off x="9373318" y="3987201"/>
            <a:ext cx="593124" cy="369332"/>
          </a:xfrm>
          <a:prstGeom prst="rect">
            <a:avLst/>
          </a:prstGeom>
          <a:noFill/>
        </p:spPr>
        <p:txBody>
          <a:bodyPr wrap="square" rtlCol="0">
            <a:spAutoFit/>
          </a:bodyPr>
          <a:lstStyle/>
          <a:p>
            <a:pPr algn="ctr"/>
            <a:r>
              <a:rPr lang="en-GB" b="1" dirty="0">
                <a:latin typeface="Helvetica Neue Thin" panose="020B0403020202020204" pitchFamily="34" charset="0"/>
                <a:ea typeface="Helvetica Neue Thin" panose="020B0403020202020204" pitchFamily="34" charset="0"/>
              </a:rPr>
              <a:t>+1</a:t>
            </a:r>
            <a:endParaRPr lang="en-GB" b="1" dirty="0">
              <a:latin typeface="HELVETICA NEUE THIN" panose="020B0403020202020204" pitchFamily="34" charset="0"/>
              <a:ea typeface="HELVETICA NEUE THIN" panose="020B0403020202020204" pitchFamily="34" charset="0"/>
            </a:endParaRPr>
          </a:p>
        </p:txBody>
      </p:sp>
      <p:sp>
        <p:nvSpPr>
          <p:cNvPr id="20" name="TextBox 19">
            <a:extLst>
              <a:ext uri="{FF2B5EF4-FFF2-40B4-BE49-F238E27FC236}">
                <a16:creationId xmlns:a16="http://schemas.microsoft.com/office/drawing/2014/main" id="{64B5AB1B-2F07-E76C-9CF3-B1A9A91AB158}"/>
              </a:ext>
            </a:extLst>
          </p:cNvPr>
          <p:cNvSpPr txBox="1"/>
          <p:nvPr/>
        </p:nvSpPr>
        <p:spPr>
          <a:xfrm>
            <a:off x="5554360" y="3987201"/>
            <a:ext cx="593124" cy="369332"/>
          </a:xfrm>
          <a:prstGeom prst="rect">
            <a:avLst/>
          </a:prstGeom>
          <a:noFill/>
        </p:spPr>
        <p:txBody>
          <a:bodyPr wrap="square" rtlCol="0">
            <a:spAutoFit/>
          </a:bodyPr>
          <a:lstStyle/>
          <a:p>
            <a:pPr algn="ctr"/>
            <a:r>
              <a:rPr lang="en-GB" b="1" dirty="0">
                <a:latin typeface="Helvetica Neue Thin" panose="020B0403020202020204" pitchFamily="34" charset="0"/>
                <a:ea typeface="Helvetica Neue Thin" panose="020B0403020202020204" pitchFamily="34" charset="0"/>
              </a:rPr>
              <a:t>0</a:t>
            </a:r>
            <a:endParaRPr lang="en-GB" b="1" dirty="0">
              <a:latin typeface="HELVETICA NEUE THIN" panose="020B0403020202020204" pitchFamily="34" charset="0"/>
              <a:ea typeface="HELVETICA NEUE THIN" panose="020B0403020202020204" pitchFamily="34" charset="0"/>
            </a:endParaRPr>
          </a:p>
        </p:txBody>
      </p:sp>
      <p:sp>
        <p:nvSpPr>
          <p:cNvPr id="21" name="TextBox 20">
            <a:extLst>
              <a:ext uri="{FF2B5EF4-FFF2-40B4-BE49-F238E27FC236}">
                <a16:creationId xmlns:a16="http://schemas.microsoft.com/office/drawing/2014/main" id="{A0A9FFF9-F58C-A1CA-EB76-A9017CAB9296}"/>
              </a:ext>
            </a:extLst>
          </p:cNvPr>
          <p:cNvSpPr txBox="1"/>
          <p:nvPr/>
        </p:nvSpPr>
        <p:spPr>
          <a:xfrm>
            <a:off x="163080" y="3987201"/>
            <a:ext cx="1626531" cy="307777"/>
          </a:xfrm>
          <a:prstGeom prst="rect">
            <a:avLst/>
          </a:prstGeom>
          <a:noFill/>
        </p:spPr>
        <p:txBody>
          <a:bodyPr wrap="squar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Moran’s I statistic:</a:t>
            </a:r>
          </a:p>
        </p:txBody>
      </p:sp>
      <p:sp>
        <p:nvSpPr>
          <p:cNvPr id="22" name="TextBox 21">
            <a:extLst>
              <a:ext uri="{FF2B5EF4-FFF2-40B4-BE49-F238E27FC236}">
                <a16:creationId xmlns:a16="http://schemas.microsoft.com/office/drawing/2014/main" id="{A2219AFE-6122-3B07-E0B9-3983A9F994C7}"/>
              </a:ext>
            </a:extLst>
          </p:cNvPr>
          <p:cNvSpPr txBox="1"/>
          <p:nvPr/>
        </p:nvSpPr>
        <p:spPr>
          <a:xfrm>
            <a:off x="4761042" y="3753178"/>
            <a:ext cx="2271201" cy="369332"/>
          </a:xfrm>
          <a:prstGeom prst="rect">
            <a:avLst/>
          </a:prstGeom>
          <a:noFill/>
        </p:spPr>
        <p:txBody>
          <a:bodyPr wrap="square" rtlCol="0">
            <a:spAutoFit/>
          </a:bodyPr>
          <a:lstStyle/>
          <a:p>
            <a:pPr algn="ctr"/>
            <a:r>
              <a:rPr lang="en-GB" b="1" dirty="0">
                <a:latin typeface="Helvetica Neue" panose="02000503000000020004" pitchFamily="2" charset="0"/>
                <a:ea typeface="Helvetica Neue" panose="02000503000000020004" pitchFamily="2" charset="0"/>
                <a:cs typeface="Helvetica Neue" panose="02000503000000020004" pitchFamily="2" charset="0"/>
              </a:rPr>
              <a:t>Random</a:t>
            </a:r>
          </a:p>
        </p:txBody>
      </p:sp>
      <p:sp>
        <p:nvSpPr>
          <p:cNvPr id="2" name="Slide Number Placeholder 3">
            <a:extLst>
              <a:ext uri="{FF2B5EF4-FFF2-40B4-BE49-F238E27FC236}">
                <a16:creationId xmlns:a16="http://schemas.microsoft.com/office/drawing/2014/main" id="{B61F7555-9055-7A3E-8BC3-81FEBC57031F}"/>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7</a:t>
            </a:fld>
            <a:endParaRPr lang="en-US" dirty="0">
              <a:solidFill>
                <a:srgbClr val="000000"/>
              </a:solidFill>
              <a:cs typeface="ＭＳ Ｐゴシック" charset="0"/>
            </a:endParaRPr>
          </a:p>
        </p:txBody>
      </p:sp>
      <p:sp>
        <p:nvSpPr>
          <p:cNvPr id="7" name="TextBox 6">
            <a:extLst>
              <a:ext uri="{FF2B5EF4-FFF2-40B4-BE49-F238E27FC236}">
                <a16:creationId xmlns:a16="http://schemas.microsoft.com/office/drawing/2014/main" id="{F898F3BD-684B-B27C-0533-13ADED87E084}"/>
              </a:ext>
            </a:extLst>
          </p:cNvPr>
          <p:cNvSpPr txBox="1"/>
          <p:nvPr/>
        </p:nvSpPr>
        <p:spPr>
          <a:xfrm>
            <a:off x="1159199" y="3753178"/>
            <a:ext cx="2271201" cy="369332"/>
          </a:xfrm>
          <a:prstGeom prst="rect">
            <a:avLst/>
          </a:prstGeom>
          <a:noFill/>
        </p:spPr>
        <p:txBody>
          <a:bodyPr wrap="square" rtlCol="0">
            <a:spAutoFit/>
          </a:bodyPr>
          <a:lstStyle/>
          <a:p>
            <a:pPr algn="ctr"/>
            <a:r>
              <a:rPr lang="en-GB" b="1" dirty="0">
                <a:latin typeface="Helvetica Neue" panose="02000503000000020004" pitchFamily="2" charset="0"/>
                <a:ea typeface="Helvetica Neue" panose="02000503000000020004" pitchFamily="2" charset="0"/>
                <a:cs typeface="Helvetica Neue" panose="02000503000000020004" pitchFamily="2" charset="0"/>
              </a:rPr>
              <a:t>Dispersed</a:t>
            </a:r>
          </a:p>
        </p:txBody>
      </p:sp>
      <p:sp>
        <p:nvSpPr>
          <p:cNvPr id="10" name="TextBox 9">
            <a:extLst>
              <a:ext uri="{FF2B5EF4-FFF2-40B4-BE49-F238E27FC236}">
                <a16:creationId xmlns:a16="http://schemas.microsoft.com/office/drawing/2014/main" id="{A2A9A24F-3156-18AA-CCF2-1B4D25FF2C7A}"/>
              </a:ext>
            </a:extLst>
          </p:cNvPr>
          <p:cNvSpPr txBox="1"/>
          <p:nvPr/>
        </p:nvSpPr>
        <p:spPr>
          <a:xfrm>
            <a:off x="8534280" y="3752566"/>
            <a:ext cx="2271201" cy="369332"/>
          </a:xfrm>
          <a:prstGeom prst="rect">
            <a:avLst/>
          </a:prstGeom>
          <a:noFill/>
        </p:spPr>
        <p:txBody>
          <a:bodyPr wrap="square" rtlCol="0">
            <a:spAutoFit/>
          </a:bodyPr>
          <a:lstStyle/>
          <a:p>
            <a:pPr algn="ctr"/>
            <a:r>
              <a:rPr lang="en-GB" b="1" dirty="0">
                <a:latin typeface="Helvetica Neue" panose="02000503000000020004" pitchFamily="2" charset="0"/>
                <a:ea typeface="Helvetica Neue" panose="02000503000000020004" pitchFamily="2" charset="0"/>
                <a:cs typeface="Helvetica Neue" panose="02000503000000020004" pitchFamily="2" charset="0"/>
              </a:rPr>
              <a:t>Clustered</a:t>
            </a:r>
          </a:p>
        </p:txBody>
      </p:sp>
    </p:spTree>
    <p:extLst>
      <p:ext uri="{BB962C8B-B14F-4D97-AF65-F5344CB8AC3E}">
        <p14:creationId xmlns:p14="http://schemas.microsoft.com/office/powerpoint/2010/main" val="757625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8562B3B-2342-6E4C-B72B-B6CFB334502D}"/>
              </a:ext>
            </a:extLst>
          </p:cNvPr>
          <p:cNvSpPr txBox="1">
            <a:spLocks/>
          </p:cNvSpPr>
          <p:nvPr/>
        </p:nvSpPr>
        <p:spPr>
          <a:xfrm>
            <a:off x="163080" y="174331"/>
            <a:ext cx="11638520"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GB" altLang="en-US" sz="3600" b="1" dirty="0">
                <a:latin typeface="Helvetica Neue Light" panose="02000403000000020004" pitchFamily="2" charset="0"/>
                <a:ea typeface="Helvetica Neue Light" panose="02000403000000020004" pitchFamily="2" charset="0"/>
              </a:rPr>
              <a:t>Statistical analysis: Moran’s I statistic [2]</a:t>
            </a:r>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5" name="TextBox 4">
            <a:extLst>
              <a:ext uri="{FF2B5EF4-FFF2-40B4-BE49-F238E27FC236}">
                <a16:creationId xmlns:a16="http://schemas.microsoft.com/office/drawing/2014/main" id="{AFD9DF82-1582-89AB-4439-BFD9A26283FA}"/>
              </a:ext>
            </a:extLst>
          </p:cNvPr>
          <p:cNvSpPr txBox="1"/>
          <p:nvPr/>
        </p:nvSpPr>
        <p:spPr>
          <a:xfrm>
            <a:off x="276740" y="840244"/>
            <a:ext cx="11493396" cy="1200329"/>
          </a:xfrm>
          <a:prstGeom prst="rect">
            <a:avLst/>
          </a:prstGeom>
          <a:solidFill>
            <a:schemeClr val="accent1">
              <a:lumMod val="60000"/>
              <a:lumOff val="40000"/>
            </a:schemeClr>
          </a:solidFill>
        </p:spPr>
        <p:txBody>
          <a:bodyPr wrap="square" rtlCol="0">
            <a:spAutoFit/>
          </a:bodyPr>
          <a:lstStyle/>
          <a:p>
            <a:r>
              <a:rPr lang="en-GB" dirty="0">
                <a:latin typeface="Helvetica Neue Thin" panose="020B0403020202020204" pitchFamily="34" charset="0"/>
                <a:ea typeface="Helvetica Neue Thin" panose="020B0403020202020204" pitchFamily="34" charset="0"/>
              </a:rPr>
              <a:t>In testing for evidence of spatial autocorrelation, the </a:t>
            </a:r>
            <a:r>
              <a:rPr lang="en-GB" b="1" dirty="0">
                <a:latin typeface="HELVETICA NEUE THIN" panose="020B0403020202020204" pitchFamily="34" charset="0"/>
                <a:ea typeface="HELVETICA NEUE THIN" panose="020B0403020202020204" pitchFamily="34" charset="0"/>
              </a:rPr>
              <a:t>Moran’s I statistic</a:t>
            </a:r>
            <a:r>
              <a:rPr lang="en-GB" b="1" dirty="0">
                <a:latin typeface="Helvetica Neue Thin" panose="020B0403020202020204" pitchFamily="34" charset="0"/>
                <a:ea typeface="Helvetica Neue Thin" panose="020B0403020202020204" pitchFamily="34" charset="0"/>
              </a:rPr>
              <a:t>, </a:t>
            </a:r>
            <a:r>
              <a:rPr lang="en-GB" dirty="0">
                <a:latin typeface="Helvetica Neue Thin" panose="020B0403020202020204" pitchFamily="34" charset="0"/>
                <a:ea typeface="Helvetica Neue Thin" panose="020B0403020202020204" pitchFamily="34" charset="0"/>
              </a:rPr>
              <a:t>which is a weighted correlation coefficient, is the statistical test used to detect departures from spatial randomness. Departures from randomness indicate spatial patterns such as clusters (+) or dispersed (-). This statistic is accompanied with a p-value to determine significance</a:t>
            </a:r>
          </a:p>
        </p:txBody>
      </p:sp>
      <p:sp>
        <p:nvSpPr>
          <p:cNvPr id="8" name="TextBox 7">
            <a:extLst>
              <a:ext uri="{FF2B5EF4-FFF2-40B4-BE49-F238E27FC236}">
                <a16:creationId xmlns:a16="http://schemas.microsoft.com/office/drawing/2014/main" id="{3A94DE49-F671-5655-EE81-666B08FAE4D0}"/>
              </a:ext>
            </a:extLst>
          </p:cNvPr>
          <p:cNvSpPr txBox="1"/>
          <p:nvPr/>
        </p:nvSpPr>
        <p:spPr>
          <a:xfrm>
            <a:off x="357352" y="4842249"/>
            <a:ext cx="184731" cy="369332"/>
          </a:xfrm>
          <a:prstGeom prst="rect">
            <a:avLst/>
          </a:prstGeom>
          <a:noFill/>
        </p:spPr>
        <p:txBody>
          <a:bodyPr wrap="none" rtlCol="0">
            <a:spAutoFit/>
          </a:bodyPr>
          <a:lstStyle/>
          <a:p>
            <a:endParaRPr lang="en-GB" dirty="0"/>
          </a:p>
        </p:txBody>
      </p:sp>
      <p:sp>
        <p:nvSpPr>
          <p:cNvPr id="9" name="TextBox 8">
            <a:extLst>
              <a:ext uri="{FF2B5EF4-FFF2-40B4-BE49-F238E27FC236}">
                <a16:creationId xmlns:a16="http://schemas.microsoft.com/office/drawing/2014/main" id="{CE5078FD-7EC3-D024-9602-A2FDF0DB7EF8}"/>
              </a:ext>
            </a:extLst>
          </p:cNvPr>
          <p:cNvSpPr txBox="1"/>
          <p:nvPr/>
        </p:nvSpPr>
        <p:spPr>
          <a:xfrm>
            <a:off x="308204" y="2856746"/>
            <a:ext cx="11493396" cy="1754326"/>
          </a:xfrm>
          <a:prstGeom prst="rect">
            <a:avLst/>
          </a:prstGeom>
          <a:noFill/>
        </p:spPr>
        <p:txBody>
          <a:bodyPr wrap="square" rtlCol="0">
            <a:spAutoFit/>
          </a:bodyPr>
          <a:lstStyle/>
          <a:p>
            <a:pPr marL="285750" indent="-285750">
              <a:buFont typeface="Wingdings" pitchFamily="2" charset="2"/>
              <a:buChar char="§"/>
            </a:pPr>
            <a:r>
              <a:rPr lang="en-GB" b="1" dirty="0">
                <a:latin typeface="Helvetica Neue Thin" panose="020B0403020202020204" pitchFamily="34" charset="0"/>
                <a:ea typeface="Helvetica Neue Thin" panose="020B0403020202020204" pitchFamily="34" charset="0"/>
              </a:rPr>
              <a:t>Global Moran’s I statistic</a:t>
            </a:r>
            <a:r>
              <a:rPr lang="en-GB" dirty="0">
                <a:latin typeface="Helvetica Neue Thin" panose="020B0403020202020204" pitchFamily="34" charset="0"/>
                <a:ea typeface="Helvetica Neue Thin" panose="020B0403020202020204" pitchFamily="34" charset="0"/>
              </a:rPr>
              <a:t>: What is the overall spatial dependence across the entire data set area? Studying at a global level will tell you how clustered, dispersed or random the data is distributed over the entire area studied.</a:t>
            </a:r>
          </a:p>
          <a:p>
            <a:endParaRPr lang="en-GB" dirty="0">
              <a:latin typeface="Helvetica Neue Thin" panose="020B0403020202020204" pitchFamily="34" charset="0"/>
              <a:ea typeface="Helvetica Neue Thin" panose="020B0403020202020204" pitchFamily="34" charset="0"/>
            </a:endParaRPr>
          </a:p>
          <a:p>
            <a:pPr marL="285750" indent="-285750">
              <a:buFont typeface="Wingdings" pitchFamily="2" charset="2"/>
              <a:buChar char="§"/>
            </a:pPr>
            <a:r>
              <a:rPr lang="en-GB" b="1" dirty="0">
                <a:latin typeface="Helvetica Neue Thin" panose="020B0403020202020204" pitchFamily="34" charset="0"/>
                <a:ea typeface="Helvetica Neue Thin" panose="020B0403020202020204" pitchFamily="34" charset="0"/>
              </a:rPr>
              <a:t>LISA (Local Indicators of Spatial Association)</a:t>
            </a:r>
            <a:r>
              <a:rPr lang="en-GB" dirty="0">
                <a:latin typeface="Helvetica Neue Thin" panose="020B0403020202020204" pitchFamily="34" charset="0"/>
                <a:ea typeface="Helvetica Neue Thin" panose="020B0403020202020204" pitchFamily="34" charset="0"/>
              </a:rPr>
              <a:t>: What is the difference between each unit of analysis (e.g., areal unit) and its neighbours? We use it for studying at the local level, you can find areas of greater contrast by seeing if places are quantifiably more like or dislike with their neighbours than expected on average.</a:t>
            </a:r>
          </a:p>
        </p:txBody>
      </p:sp>
      <p:sp>
        <p:nvSpPr>
          <p:cNvPr id="2" name="TextBox 1">
            <a:extLst>
              <a:ext uri="{FF2B5EF4-FFF2-40B4-BE49-F238E27FC236}">
                <a16:creationId xmlns:a16="http://schemas.microsoft.com/office/drawing/2014/main" id="{973D5104-F1BD-36D3-37B5-517D2CF5387B}"/>
              </a:ext>
            </a:extLst>
          </p:cNvPr>
          <p:cNvSpPr txBox="1"/>
          <p:nvPr/>
        </p:nvSpPr>
        <p:spPr>
          <a:xfrm>
            <a:off x="276740" y="2201557"/>
            <a:ext cx="8689174" cy="400110"/>
          </a:xfrm>
          <a:prstGeom prst="rect">
            <a:avLst/>
          </a:prstGeom>
          <a:noFill/>
        </p:spPr>
        <p:txBody>
          <a:bodyPr wrap="none" rtlCol="0">
            <a:spAutoFit/>
          </a:bodyPr>
          <a:lstStyle/>
          <a:p>
            <a:r>
              <a:rPr lang="en-GB" sz="2000" b="1" dirty="0">
                <a:latin typeface="Helvetica Neue" panose="02000503000000020004" pitchFamily="2" charset="0"/>
                <a:ea typeface="Helvetica Neue" panose="02000503000000020004" pitchFamily="2" charset="0"/>
                <a:cs typeface="Helvetica Neue" panose="02000503000000020004" pitchFamily="2" charset="0"/>
              </a:rPr>
              <a:t>There are two ways for statistically measuring spatial autocorrelation:</a:t>
            </a:r>
          </a:p>
        </p:txBody>
      </p:sp>
      <p:sp>
        <p:nvSpPr>
          <p:cNvPr id="3" name="TextBox 2">
            <a:extLst>
              <a:ext uri="{FF2B5EF4-FFF2-40B4-BE49-F238E27FC236}">
                <a16:creationId xmlns:a16="http://schemas.microsoft.com/office/drawing/2014/main" id="{13ECF913-AC94-A7E0-B4DF-CADC1F3225B5}"/>
              </a:ext>
            </a:extLst>
          </p:cNvPr>
          <p:cNvSpPr txBox="1"/>
          <p:nvPr/>
        </p:nvSpPr>
        <p:spPr>
          <a:xfrm>
            <a:off x="441398" y="4892306"/>
            <a:ext cx="11081883" cy="1200329"/>
          </a:xfrm>
          <a:prstGeom prst="rect">
            <a:avLst/>
          </a:prstGeom>
          <a:solidFill>
            <a:schemeClr val="accent1">
              <a:lumMod val="60000"/>
              <a:lumOff val="40000"/>
            </a:schemeClr>
          </a:solidFill>
        </p:spPr>
        <p:txBody>
          <a:bodyPr wrap="square" rtlCol="0">
            <a:spAutoFit/>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If the p-value is less than 0.05, we can reject the null hypothesis in favour of the alternative hypothesis and arrive at the conclusion that the patterns are significantly clustered. If the p-value is above 0.05, it means that the clustering/dispersed patterns are not significant, thus we can conclude patterns are random.</a:t>
            </a:r>
          </a:p>
        </p:txBody>
      </p:sp>
      <p:sp>
        <p:nvSpPr>
          <p:cNvPr id="6" name="Slide Number Placeholder 3">
            <a:extLst>
              <a:ext uri="{FF2B5EF4-FFF2-40B4-BE49-F238E27FC236}">
                <a16:creationId xmlns:a16="http://schemas.microsoft.com/office/drawing/2014/main" id="{D70DCC7A-56C4-AA63-AEB2-1EB1358AB90A}"/>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8</a:t>
            </a:fld>
            <a:endParaRPr lang="en-US" dirty="0">
              <a:solidFill>
                <a:srgbClr val="000000"/>
              </a:solidFill>
              <a:cs typeface="ＭＳ Ｐゴシック" charset="0"/>
            </a:endParaRPr>
          </a:p>
        </p:txBody>
      </p:sp>
    </p:spTree>
    <p:extLst>
      <p:ext uri="{BB962C8B-B14F-4D97-AF65-F5344CB8AC3E}">
        <p14:creationId xmlns:p14="http://schemas.microsoft.com/office/powerpoint/2010/main" val="2722624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A54B5-72F8-B12C-4B33-B29C1AF501FA}"/>
              </a:ext>
            </a:extLst>
          </p:cNvPr>
          <p:cNvSpPr txBox="1"/>
          <p:nvPr/>
        </p:nvSpPr>
        <p:spPr>
          <a:xfrm>
            <a:off x="208800" y="172800"/>
            <a:ext cx="6690678" cy="369332"/>
          </a:xfrm>
          <a:prstGeom prst="rect">
            <a:avLst/>
          </a:prstGeom>
          <a:noFill/>
        </p:spPr>
        <p:txBody>
          <a:bodyPr wrap="none" rtlCol="0">
            <a:spAutoFit/>
          </a:bodyPr>
          <a:lstStyle/>
          <a:p>
            <a:r>
              <a:rPr lang="en-GB" b="1" dirty="0">
                <a:latin typeface="Arial" panose="020B0604020202020204" pitchFamily="34" charset="0"/>
                <a:cs typeface="Arial" panose="020B0604020202020204" pitchFamily="34" charset="0"/>
              </a:rPr>
              <a:t>Cluster type and categorisation scheme from LISA analysis</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FCFBF1AD-C7A6-C214-F811-91C63533BE95}"/>
                  </a:ext>
                </a:extLst>
              </p:cNvPr>
              <p:cNvGraphicFramePr>
                <a:graphicFrameLocks noGrp="1"/>
              </p:cNvGraphicFramePr>
              <p:nvPr>
                <p:extLst>
                  <p:ext uri="{D42A27DB-BD31-4B8C-83A1-F6EECF244321}">
                    <p14:modId xmlns:p14="http://schemas.microsoft.com/office/powerpoint/2010/main" val="2579465303"/>
                  </p:ext>
                </p:extLst>
              </p:nvPr>
            </p:nvGraphicFramePr>
            <p:xfrm>
              <a:off x="1031200" y="1243600"/>
              <a:ext cx="10323202" cy="3119120"/>
            </p:xfrm>
            <a:graphic>
              <a:graphicData uri="http://schemas.openxmlformats.org/drawingml/2006/table">
                <a:tbl>
                  <a:tblPr firstRow="1" bandRow="1">
                    <a:tableStyleId>{5C22544A-7EE6-4342-B048-85BDC9FD1C3A}</a:tableStyleId>
                  </a:tblPr>
                  <a:tblGrid>
                    <a:gridCol w="1227408">
                      <a:extLst>
                        <a:ext uri="{9D8B030D-6E8A-4147-A177-3AD203B41FA5}">
                          <a16:colId xmlns:a16="http://schemas.microsoft.com/office/drawing/2014/main" val="4274286277"/>
                        </a:ext>
                      </a:extLst>
                    </a:gridCol>
                    <a:gridCol w="1319792">
                      <a:extLst>
                        <a:ext uri="{9D8B030D-6E8A-4147-A177-3AD203B41FA5}">
                          <a16:colId xmlns:a16="http://schemas.microsoft.com/office/drawing/2014/main" val="262088398"/>
                        </a:ext>
                      </a:extLst>
                    </a:gridCol>
                    <a:gridCol w="504000">
                      <a:extLst>
                        <a:ext uri="{9D8B030D-6E8A-4147-A177-3AD203B41FA5}">
                          <a16:colId xmlns:a16="http://schemas.microsoft.com/office/drawing/2014/main" val="2540517046"/>
                        </a:ext>
                      </a:extLst>
                    </a:gridCol>
                    <a:gridCol w="1555200">
                      <a:extLst>
                        <a:ext uri="{9D8B030D-6E8A-4147-A177-3AD203B41FA5}">
                          <a16:colId xmlns:a16="http://schemas.microsoft.com/office/drawing/2014/main" val="373866769"/>
                        </a:ext>
                      </a:extLst>
                    </a:gridCol>
                    <a:gridCol w="576000">
                      <a:extLst>
                        <a:ext uri="{9D8B030D-6E8A-4147-A177-3AD203B41FA5}">
                          <a16:colId xmlns:a16="http://schemas.microsoft.com/office/drawing/2014/main" val="189606426"/>
                        </a:ext>
                      </a:extLst>
                    </a:gridCol>
                    <a:gridCol w="1483200">
                      <a:extLst>
                        <a:ext uri="{9D8B030D-6E8A-4147-A177-3AD203B41FA5}">
                          <a16:colId xmlns:a16="http://schemas.microsoft.com/office/drawing/2014/main" val="2664735080"/>
                        </a:ext>
                      </a:extLst>
                    </a:gridCol>
                    <a:gridCol w="3657602">
                      <a:extLst>
                        <a:ext uri="{9D8B030D-6E8A-4147-A177-3AD203B41FA5}">
                          <a16:colId xmlns:a16="http://schemas.microsoft.com/office/drawing/2014/main" val="1006408228"/>
                        </a:ext>
                      </a:extLst>
                    </a:gridCol>
                  </a:tblGrid>
                  <a:tr h="370840">
                    <a:tc>
                      <a:txBody>
                        <a:bodyPr/>
                        <a:lstStyle/>
                        <a:p>
                          <a:r>
                            <a:rPr lang="en-GB" sz="1200" dirty="0">
                              <a:latin typeface="Arial" panose="020B0604020202020204" pitchFamily="34" charset="0"/>
                              <a:cs typeface="Arial" panose="020B0604020202020204" pitchFamily="34" charset="0"/>
                            </a:rPr>
                            <a:t>Category</a:t>
                          </a:r>
                        </a:p>
                      </a:txBody>
                      <a:tcPr/>
                    </a:tc>
                    <a:tc>
                      <a:txBody>
                        <a:bodyPr/>
                        <a:lstStyle/>
                        <a:p>
                          <a:pPr algn="ctr"/>
                          <a:r>
                            <a:rPr lang="en-GB" sz="1200" dirty="0">
                              <a:latin typeface="Arial" panose="020B0604020202020204" pitchFamily="34" charset="0"/>
                              <a:cs typeface="Arial" panose="020B0604020202020204" pitchFamily="34" charset="0"/>
                            </a:rPr>
                            <a:t>Condition 1</a:t>
                          </a:r>
                        </a:p>
                      </a:txBody>
                      <a:tcPr/>
                    </a:tc>
                    <a:tc>
                      <a:txBody>
                        <a:bodyPr/>
                        <a:lstStyle/>
                        <a:p>
                          <a:pPr algn="ctr"/>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Condition 2</a:t>
                          </a:r>
                        </a:p>
                      </a:txBody>
                      <a:tcPr/>
                    </a:tc>
                    <a:tc>
                      <a:txBody>
                        <a:bodyPr/>
                        <a:lstStyle/>
                        <a:p>
                          <a:pPr algn="ctr"/>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Condition 3</a:t>
                          </a:r>
                        </a:p>
                      </a:txBody>
                      <a:tcPr/>
                    </a:tc>
                    <a:tc>
                      <a:txBody>
                        <a:bodyPr/>
                        <a:lstStyle/>
                        <a:p>
                          <a:r>
                            <a:rPr lang="en-GB" sz="1200" dirty="0">
                              <a:latin typeface="Arial" panose="020B0604020202020204" pitchFamily="34" charset="0"/>
                              <a:cs typeface="Arial" panose="020B0604020202020204" pitchFamily="34" charset="0"/>
                            </a:rPr>
                            <a:t>Interpretation</a:t>
                          </a:r>
                        </a:p>
                      </a:txBody>
                      <a:tcPr/>
                    </a:tc>
                    <a:extLst>
                      <a:ext uri="{0D108BD9-81ED-4DB2-BD59-A6C34878D82A}">
                        <a16:rowId xmlns:a16="http://schemas.microsoft.com/office/drawing/2014/main" val="2896726920"/>
                      </a:ext>
                    </a:extLst>
                  </a:tr>
                  <a:tr h="197120">
                    <a:tc>
                      <a:txBody>
                        <a:bodyPr/>
                        <a:lstStyle/>
                        <a:p>
                          <a:r>
                            <a:rPr lang="en-GB" sz="1200" dirty="0">
                              <a:latin typeface="Arial" panose="020B0604020202020204" pitchFamily="34" charset="0"/>
                              <a:cs typeface="Arial" panose="020B0604020202020204" pitchFamily="34" charset="0"/>
                            </a:rPr>
                            <a:t>High-High</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GB" sz="1200" i="1" smtClean="0">
                                        <a:latin typeface="Cambria Math" panose="02040503050406030204" pitchFamily="18" charset="0"/>
                                      </a:rPr>
                                    </m:ctrlPr>
                                  </m:sSubPr>
                                  <m:e>
                                    <m:r>
                                      <a:rPr lang="en-GB" sz="1200" b="0" i="1" smtClean="0">
                                        <a:latin typeface="Cambria Math" panose="02040503050406030204" pitchFamily="18" charset="0"/>
                                      </a:rPr>
                                      <m:t>𝑧</m:t>
                                    </m:r>
                                  </m:e>
                                  <m:sub>
                                    <m:r>
                                      <a:rPr lang="en-GB" sz="1200" b="0" i="1" smtClean="0">
                                        <a:latin typeface="Cambria Math" panose="02040503050406030204" pitchFamily="18" charset="0"/>
                                      </a:rPr>
                                      <m:t>𝑖</m:t>
                                    </m:r>
                                  </m:sub>
                                </m:sSub>
                                <m:r>
                                  <a:rPr lang="en-GB" sz="1200" b="0" i="1" smtClean="0">
                                    <a:latin typeface="Cambria Math" panose="02040503050406030204" pitchFamily="18" charset="0"/>
                                  </a:rPr>
                                  <m:t>&gt;0</m:t>
                                </m:r>
                              </m:oMath>
                            </m:oMathPara>
                          </a14:m>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GB" sz="1200" i="1" smtClean="0">
                                        <a:latin typeface="Cambria Math" panose="02040503050406030204" pitchFamily="18" charset="0"/>
                                      </a:rPr>
                                    </m:ctrlPr>
                                  </m:sSubSupPr>
                                  <m:e>
                                    <m:r>
                                      <a:rPr lang="en-GB" sz="1200" b="0" i="1" smtClean="0">
                                        <a:latin typeface="Cambria Math" panose="02040503050406030204" pitchFamily="18" charset="0"/>
                                      </a:rPr>
                                      <m:t>𝑧</m:t>
                                    </m:r>
                                  </m:e>
                                  <m:sub>
                                    <m:r>
                                      <a:rPr lang="en-GB" sz="1200" b="0" i="1" smtClean="0">
                                        <a:latin typeface="Cambria Math" panose="02040503050406030204" pitchFamily="18" charset="0"/>
                                      </a:rPr>
                                      <m:t>𝑖</m:t>
                                    </m:r>
                                  </m:sub>
                                  <m:sup>
                                    <m:r>
                                      <a:rPr lang="en-GB" sz="1200" b="0" i="1" smtClean="0">
                                        <a:latin typeface="Cambria Math" panose="02040503050406030204" pitchFamily="18" charset="0"/>
                                      </a:rPr>
                                      <m:t>𝑙</m:t>
                                    </m:r>
                                  </m:sup>
                                </m:sSubSup>
                                <m:r>
                                  <a:rPr lang="en-GB" sz="1200" b="0" i="1" smtClean="0">
                                    <a:latin typeface="Cambria Math" panose="02040503050406030204" pitchFamily="18" charset="0"/>
                                  </a:rPr>
                                  <m:t>&gt;0</m:t>
                                </m:r>
                              </m:oMath>
                            </m:oMathPara>
                          </a14:m>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GB" sz="1200" i="1" smtClean="0">
                                        <a:latin typeface="Cambria Math" panose="02040503050406030204" pitchFamily="18" charset="0"/>
                                      </a:rPr>
                                    </m:ctrlPr>
                                  </m:sSubPr>
                                  <m:e>
                                    <m:r>
                                      <a:rPr lang="en-GB" sz="1200" b="0" i="1" smtClean="0">
                                        <a:latin typeface="Cambria Math" panose="02040503050406030204" pitchFamily="18" charset="0"/>
                                      </a:rPr>
                                      <m:t>𝑝</m:t>
                                    </m:r>
                                  </m:e>
                                  <m:sub>
                                    <m:r>
                                      <a:rPr lang="en-GB" sz="1200" b="0" i="1" smtClean="0">
                                        <a:latin typeface="Cambria Math" panose="02040503050406030204" pitchFamily="18" charset="0"/>
                                      </a:rPr>
                                      <m:t>𝑖</m:t>
                                    </m:r>
                                  </m:sub>
                                </m:sSub>
                                <m:r>
                                  <a:rPr lang="en-GB" sz="1200" b="0" i="1" smtClean="0">
                                    <a:latin typeface="Cambria Math" panose="02040503050406030204" pitchFamily="18" charset="0"/>
                                  </a:rPr>
                                  <m:t>&lt;0.05</m:t>
                                </m:r>
                              </m:oMath>
                            </m:oMathPara>
                          </a14:m>
                          <a:endParaRPr lang="en-GB" sz="1200" dirty="0">
                            <a:latin typeface="Arial" panose="020B0604020202020204" pitchFamily="34" charset="0"/>
                            <a:cs typeface="Arial" panose="020B0604020202020204" pitchFamily="34" charset="0"/>
                          </a:endParaRPr>
                        </a:p>
                      </a:txBody>
                      <a:tcPr/>
                    </a:tc>
                    <a:tc>
                      <a:txBody>
                        <a:bodyPr/>
                        <a:lstStyle/>
                        <a:p>
                          <a:r>
                            <a:rPr lang="en-GB" sz="1200" dirty="0">
                              <a:latin typeface="Arial" panose="020B0604020202020204" pitchFamily="34" charset="0"/>
                              <a:cs typeface="Arial" panose="020B0604020202020204" pitchFamily="34" charset="0"/>
                            </a:rPr>
                            <a:t>Hotspot cluster: Index area is a high-value, which is also surrounded by neighbours with high-values</a:t>
                          </a:r>
                        </a:p>
                      </a:txBody>
                      <a:tcPr/>
                    </a:tc>
                    <a:extLst>
                      <a:ext uri="{0D108BD9-81ED-4DB2-BD59-A6C34878D82A}">
                        <a16:rowId xmlns:a16="http://schemas.microsoft.com/office/drawing/2014/main" val="1851571255"/>
                      </a:ext>
                    </a:extLst>
                  </a:tr>
                  <a:tr h="370840">
                    <a:tc>
                      <a:txBody>
                        <a:bodyPr/>
                        <a:lstStyle/>
                        <a:p>
                          <a:r>
                            <a:rPr lang="en-GB" sz="1200" dirty="0">
                              <a:latin typeface="Arial" panose="020B0604020202020204" pitchFamily="34" charset="0"/>
                              <a:cs typeface="Arial" panose="020B0604020202020204" pitchFamily="34" charset="0"/>
                            </a:rPr>
                            <a:t>Low-Low</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GB" sz="1200" i="1" smtClean="0">
                                        <a:latin typeface="Cambria Math" panose="02040503050406030204" pitchFamily="18" charset="0"/>
                                      </a:rPr>
                                    </m:ctrlPr>
                                  </m:sSubPr>
                                  <m:e>
                                    <m:r>
                                      <a:rPr lang="en-GB" sz="1200" b="0" i="1" smtClean="0">
                                        <a:latin typeface="Cambria Math" panose="02040503050406030204" pitchFamily="18" charset="0"/>
                                      </a:rPr>
                                      <m:t>𝑧</m:t>
                                    </m:r>
                                  </m:e>
                                  <m:sub>
                                    <m:r>
                                      <a:rPr lang="en-GB" sz="1200" b="0" i="1" smtClean="0">
                                        <a:latin typeface="Cambria Math" panose="02040503050406030204" pitchFamily="18" charset="0"/>
                                      </a:rPr>
                                      <m:t>𝑖</m:t>
                                    </m:r>
                                  </m:sub>
                                </m:sSub>
                                <m:r>
                                  <a:rPr lang="en-GB" sz="1200" b="0" i="1" smtClean="0">
                                    <a:latin typeface="Cambria Math" panose="02040503050406030204" pitchFamily="18" charset="0"/>
                                  </a:rPr>
                                  <m:t>&lt;0</m:t>
                                </m:r>
                              </m:oMath>
                            </m:oMathPara>
                          </a14:m>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GB" sz="1200" i="1" smtClean="0">
                                        <a:latin typeface="Cambria Math" panose="02040503050406030204" pitchFamily="18" charset="0"/>
                                      </a:rPr>
                                    </m:ctrlPr>
                                  </m:sSubSupPr>
                                  <m:e>
                                    <m:r>
                                      <a:rPr lang="en-GB" sz="1200" b="0" i="1" smtClean="0">
                                        <a:latin typeface="Cambria Math" panose="02040503050406030204" pitchFamily="18" charset="0"/>
                                      </a:rPr>
                                      <m:t>𝑧</m:t>
                                    </m:r>
                                  </m:e>
                                  <m:sub>
                                    <m:r>
                                      <a:rPr lang="en-GB" sz="1200" b="0" i="1" smtClean="0">
                                        <a:latin typeface="Cambria Math" panose="02040503050406030204" pitchFamily="18" charset="0"/>
                                      </a:rPr>
                                      <m:t>𝑖</m:t>
                                    </m:r>
                                  </m:sub>
                                  <m:sup>
                                    <m:r>
                                      <a:rPr lang="en-GB" sz="1200" b="0" i="1" smtClean="0">
                                        <a:latin typeface="Cambria Math" panose="02040503050406030204" pitchFamily="18" charset="0"/>
                                      </a:rPr>
                                      <m:t>𝑙</m:t>
                                    </m:r>
                                  </m:sup>
                                </m:sSubSup>
                                <m:r>
                                  <a:rPr lang="en-GB" sz="1200" b="0" i="1" smtClean="0">
                                    <a:latin typeface="Cambria Math" panose="02040503050406030204" pitchFamily="18" charset="0"/>
                                  </a:rPr>
                                  <m:t>&lt;0</m:t>
                                </m:r>
                              </m:oMath>
                            </m:oMathPara>
                          </a14:m>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GB" sz="1200" i="1" smtClean="0">
                                        <a:latin typeface="Cambria Math" panose="02040503050406030204" pitchFamily="18" charset="0"/>
                                      </a:rPr>
                                    </m:ctrlPr>
                                  </m:sSubPr>
                                  <m:e>
                                    <m:r>
                                      <a:rPr lang="en-GB" sz="1200" b="0" i="1" smtClean="0">
                                        <a:latin typeface="Cambria Math" panose="02040503050406030204" pitchFamily="18" charset="0"/>
                                      </a:rPr>
                                      <m:t>𝑝</m:t>
                                    </m:r>
                                  </m:e>
                                  <m:sub>
                                    <m:r>
                                      <a:rPr lang="en-GB" sz="1200" b="0" i="1" smtClean="0">
                                        <a:latin typeface="Cambria Math" panose="02040503050406030204" pitchFamily="18" charset="0"/>
                                      </a:rPr>
                                      <m:t>𝑖</m:t>
                                    </m:r>
                                  </m:sub>
                                </m:sSub>
                                <m:r>
                                  <a:rPr lang="en-GB" sz="1200" b="0" i="1" smtClean="0">
                                    <a:latin typeface="Cambria Math" panose="02040503050406030204" pitchFamily="18" charset="0"/>
                                  </a:rPr>
                                  <m:t>&lt;0.05</m:t>
                                </m:r>
                              </m:oMath>
                            </m:oMathPara>
                          </a14:m>
                          <a:endParaRPr lang="en-GB"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Cold-spot cluster: Index area is a low-value, which is also surrounded by neighbours with low-values (observation but lagged)</a:t>
                          </a:r>
                        </a:p>
                      </a:txBody>
                      <a:tcPr/>
                    </a:tc>
                    <a:extLst>
                      <a:ext uri="{0D108BD9-81ED-4DB2-BD59-A6C34878D82A}">
                        <a16:rowId xmlns:a16="http://schemas.microsoft.com/office/drawing/2014/main" val="3285437630"/>
                      </a:ext>
                    </a:extLst>
                  </a:tr>
                  <a:tr h="370840">
                    <a:tc>
                      <a:txBody>
                        <a:bodyPr/>
                        <a:lstStyle/>
                        <a:p>
                          <a:r>
                            <a:rPr lang="en-GB" sz="1200" dirty="0">
                              <a:latin typeface="Arial" panose="020B0604020202020204" pitchFamily="34" charset="0"/>
                              <a:cs typeface="Arial" panose="020B0604020202020204" pitchFamily="34" charset="0"/>
                            </a:rPr>
                            <a:t>High-Low</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GB" sz="1200" i="1" smtClean="0">
                                        <a:latin typeface="Cambria Math" panose="02040503050406030204" pitchFamily="18" charset="0"/>
                                      </a:rPr>
                                    </m:ctrlPr>
                                  </m:sSubPr>
                                  <m:e>
                                    <m:r>
                                      <a:rPr lang="en-GB" sz="1200" b="0" i="1" smtClean="0">
                                        <a:latin typeface="Cambria Math" panose="02040503050406030204" pitchFamily="18" charset="0"/>
                                      </a:rPr>
                                      <m:t>𝑧</m:t>
                                    </m:r>
                                  </m:e>
                                  <m:sub>
                                    <m:r>
                                      <a:rPr lang="en-GB" sz="1200" b="0" i="1" smtClean="0">
                                        <a:latin typeface="Cambria Math" panose="02040503050406030204" pitchFamily="18" charset="0"/>
                                      </a:rPr>
                                      <m:t>𝑖</m:t>
                                    </m:r>
                                  </m:sub>
                                </m:sSub>
                                <m:r>
                                  <a:rPr lang="en-GB" sz="1200" b="0" i="1" smtClean="0">
                                    <a:latin typeface="Cambria Math" panose="02040503050406030204" pitchFamily="18" charset="0"/>
                                  </a:rPr>
                                  <m:t>&gt;0</m:t>
                                </m:r>
                              </m:oMath>
                            </m:oMathPara>
                          </a14:m>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GB" sz="1200" i="1" smtClean="0">
                                        <a:latin typeface="Cambria Math" panose="02040503050406030204" pitchFamily="18" charset="0"/>
                                      </a:rPr>
                                    </m:ctrlPr>
                                  </m:sSubSupPr>
                                  <m:e>
                                    <m:r>
                                      <a:rPr lang="en-GB" sz="1200" b="0" i="1" smtClean="0">
                                        <a:latin typeface="Cambria Math" panose="02040503050406030204" pitchFamily="18" charset="0"/>
                                      </a:rPr>
                                      <m:t>𝑧</m:t>
                                    </m:r>
                                  </m:e>
                                  <m:sub>
                                    <m:r>
                                      <a:rPr lang="en-GB" sz="1200" b="0" i="1" smtClean="0">
                                        <a:latin typeface="Cambria Math" panose="02040503050406030204" pitchFamily="18" charset="0"/>
                                      </a:rPr>
                                      <m:t>𝑖</m:t>
                                    </m:r>
                                  </m:sub>
                                  <m:sup>
                                    <m:r>
                                      <a:rPr lang="en-GB" sz="1200" b="0" i="1" smtClean="0">
                                        <a:latin typeface="Cambria Math" panose="02040503050406030204" pitchFamily="18" charset="0"/>
                                      </a:rPr>
                                      <m:t>𝑙</m:t>
                                    </m:r>
                                  </m:sup>
                                </m:sSubSup>
                                <m:r>
                                  <a:rPr lang="en-GB" sz="1200" b="0" i="1" smtClean="0">
                                    <a:latin typeface="Cambria Math" panose="02040503050406030204" pitchFamily="18" charset="0"/>
                                  </a:rPr>
                                  <m:t>&lt;0</m:t>
                                </m:r>
                              </m:oMath>
                            </m:oMathPara>
                          </a14:m>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GB" sz="1200" i="1" smtClean="0">
                                        <a:latin typeface="Cambria Math" panose="02040503050406030204" pitchFamily="18" charset="0"/>
                                      </a:rPr>
                                    </m:ctrlPr>
                                  </m:sSubPr>
                                  <m:e>
                                    <m:r>
                                      <a:rPr lang="en-GB" sz="1200" b="0" i="1" smtClean="0">
                                        <a:latin typeface="Cambria Math" panose="02040503050406030204" pitchFamily="18" charset="0"/>
                                      </a:rPr>
                                      <m:t>𝑝</m:t>
                                    </m:r>
                                  </m:e>
                                  <m:sub>
                                    <m:r>
                                      <a:rPr lang="en-GB" sz="1200" b="0" i="1" smtClean="0">
                                        <a:latin typeface="Cambria Math" panose="02040503050406030204" pitchFamily="18" charset="0"/>
                                      </a:rPr>
                                      <m:t>𝑖</m:t>
                                    </m:r>
                                  </m:sub>
                                </m:sSub>
                                <m:r>
                                  <a:rPr lang="en-GB" sz="1200" b="0" i="1" smtClean="0">
                                    <a:latin typeface="Cambria Math" panose="02040503050406030204" pitchFamily="18" charset="0"/>
                                  </a:rPr>
                                  <m:t>&lt;0.05</m:t>
                                </m:r>
                              </m:oMath>
                            </m:oMathPara>
                          </a14:m>
                          <a:endParaRPr lang="en-GB"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Mixed cluster: Index area is a high-value, which is also surrounded by neighbours with low-values (i.e., from high to low – spatial outlier)</a:t>
                          </a:r>
                        </a:p>
                      </a:txBody>
                      <a:tcPr/>
                    </a:tc>
                    <a:extLst>
                      <a:ext uri="{0D108BD9-81ED-4DB2-BD59-A6C34878D82A}">
                        <a16:rowId xmlns:a16="http://schemas.microsoft.com/office/drawing/2014/main" val="3106904022"/>
                      </a:ext>
                    </a:extLst>
                  </a:tr>
                  <a:tr h="370840">
                    <a:tc>
                      <a:txBody>
                        <a:bodyPr/>
                        <a:lstStyle/>
                        <a:p>
                          <a:r>
                            <a:rPr lang="en-GB" sz="1200" dirty="0">
                              <a:latin typeface="Arial" panose="020B0604020202020204" pitchFamily="34" charset="0"/>
                              <a:cs typeface="Arial" panose="020B0604020202020204" pitchFamily="34" charset="0"/>
                            </a:rPr>
                            <a:t>Low-High</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GB" sz="1200" i="1" smtClean="0">
                                        <a:latin typeface="Cambria Math" panose="02040503050406030204" pitchFamily="18" charset="0"/>
                                      </a:rPr>
                                    </m:ctrlPr>
                                  </m:sSubPr>
                                  <m:e>
                                    <m:r>
                                      <a:rPr lang="en-GB" sz="1200" b="0" i="1" smtClean="0">
                                        <a:latin typeface="Cambria Math" panose="02040503050406030204" pitchFamily="18" charset="0"/>
                                      </a:rPr>
                                      <m:t>𝑧</m:t>
                                    </m:r>
                                  </m:e>
                                  <m:sub>
                                    <m:r>
                                      <a:rPr lang="en-GB" sz="1200" b="0" i="1" smtClean="0">
                                        <a:latin typeface="Cambria Math" panose="02040503050406030204" pitchFamily="18" charset="0"/>
                                      </a:rPr>
                                      <m:t>𝑖</m:t>
                                    </m:r>
                                  </m:sub>
                                </m:sSub>
                                <m:r>
                                  <a:rPr lang="en-GB" sz="1200" b="0" i="1" smtClean="0">
                                    <a:latin typeface="Cambria Math" panose="02040503050406030204" pitchFamily="18" charset="0"/>
                                  </a:rPr>
                                  <m:t>&lt;0</m:t>
                                </m:r>
                              </m:oMath>
                            </m:oMathPara>
                          </a14:m>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pPr/>
                          <a14:m>
                            <m:oMathPara xmlns:m="http://schemas.openxmlformats.org/officeDocument/2006/math">
                              <m:oMathParaPr>
                                <m:jc m:val="centerGroup"/>
                              </m:oMathParaPr>
                              <m:oMath xmlns:m="http://schemas.openxmlformats.org/officeDocument/2006/math">
                                <m:sSubSup>
                                  <m:sSubSupPr>
                                    <m:ctrlPr>
                                      <a:rPr lang="en-GB" sz="1200" i="1" smtClean="0">
                                        <a:latin typeface="Cambria Math" panose="02040503050406030204" pitchFamily="18" charset="0"/>
                                      </a:rPr>
                                    </m:ctrlPr>
                                  </m:sSubSupPr>
                                  <m:e>
                                    <m:r>
                                      <a:rPr lang="en-GB" sz="1200" b="0" i="1" smtClean="0">
                                        <a:latin typeface="Cambria Math" panose="02040503050406030204" pitchFamily="18" charset="0"/>
                                      </a:rPr>
                                      <m:t>𝑧</m:t>
                                    </m:r>
                                  </m:e>
                                  <m:sub>
                                    <m:r>
                                      <a:rPr lang="en-GB" sz="1200" b="0" i="1" smtClean="0">
                                        <a:latin typeface="Cambria Math" panose="02040503050406030204" pitchFamily="18" charset="0"/>
                                      </a:rPr>
                                      <m:t>𝑖</m:t>
                                    </m:r>
                                  </m:sub>
                                  <m:sup>
                                    <m:r>
                                      <a:rPr lang="en-GB" sz="1200" b="0" i="1" smtClean="0">
                                        <a:latin typeface="Cambria Math" panose="02040503050406030204" pitchFamily="18" charset="0"/>
                                      </a:rPr>
                                      <m:t>𝑙</m:t>
                                    </m:r>
                                  </m:sup>
                                </m:sSubSup>
                                <m:r>
                                  <a:rPr lang="en-GB" sz="1200" b="0" i="1" smtClean="0">
                                    <a:latin typeface="Cambria Math" panose="02040503050406030204" pitchFamily="18" charset="0"/>
                                  </a:rPr>
                                  <m:t>&gt;0</m:t>
                                </m:r>
                              </m:oMath>
                            </m:oMathPara>
                          </a14:m>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GB" sz="1200" i="1" smtClean="0">
                                        <a:latin typeface="Cambria Math" panose="02040503050406030204" pitchFamily="18" charset="0"/>
                                      </a:rPr>
                                    </m:ctrlPr>
                                  </m:sSubPr>
                                  <m:e>
                                    <m:r>
                                      <a:rPr lang="en-GB" sz="1200" b="0" i="1" smtClean="0">
                                        <a:latin typeface="Cambria Math" panose="02040503050406030204" pitchFamily="18" charset="0"/>
                                      </a:rPr>
                                      <m:t>𝑝</m:t>
                                    </m:r>
                                  </m:e>
                                  <m:sub>
                                    <m:r>
                                      <a:rPr lang="en-GB" sz="1200" b="0" i="1" smtClean="0">
                                        <a:latin typeface="Cambria Math" panose="02040503050406030204" pitchFamily="18" charset="0"/>
                                      </a:rPr>
                                      <m:t>𝑖</m:t>
                                    </m:r>
                                  </m:sub>
                                </m:sSub>
                                <m:r>
                                  <a:rPr lang="en-GB" sz="1200" b="0" i="1" smtClean="0">
                                    <a:latin typeface="Cambria Math" panose="02040503050406030204" pitchFamily="18" charset="0"/>
                                  </a:rPr>
                                  <m:t>&lt;0.05</m:t>
                                </m:r>
                              </m:oMath>
                            </m:oMathPara>
                          </a14:m>
                          <a:endParaRPr lang="en-GB"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Mixed cluster: Index area is a low-value, which is also surrounded by neighbours with high-values (i.e., from low to high – spatial outlier)</a:t>
                          </a:r>
                        </a:p>
                      </a:txBody>
                      <a:tcPr/>
                    </a:tc>
                    <a:extLst>
                      <a:ext uri="{0D108BD9-81ED-4DB2-BD59-A6C34878D82A}">
                        <a16:rowId xmlns:a16="http://schemas.microsoft.com/office/drawing/2014/main" val="2401510886"/>
                      </a:ext>
                    </a:extLst>
                  </a:tr>
                  <a:tr h="370840">
                    <a:tc>
                      <a:txBody>
                        <a:bodyPr/>
                        <a:lstStyle/>
                        <a:p>
                          <a:r>
                            <a:rPr lang="en-GB" sz="1200" dirty="0">
                              <a:latin typeface="Arial" panose="020B0604020202020204" pitchFamily="34" charset="0"/>
                              <a:cs typeface="Arial" panose="020B0604020202020204" pitchFamily="34" charset="0"/>
                            </a:rPr>
                            <a:t>Not significant</a:t>
                          </a:r>
                        </a:p>
                      </a:txBody>
                      <a:tcPr/>
                    </a:tc>
                    <a:tc>
                      <a:txBody>
                        <a:bodyPr/>
                        <a:lstStyle/>
                        <a:p>
                          <a:endParaRPr lang="en-GB" sz="1200" dirty="0">
                            <a:latin typeface="Arial" panose="020B0604020202020204" pitchFamily="34" charset="0"/>
                            <a:cs typeface="Arial" panose="020B0604020202020204" pitchFamily="34" charset="0"/>
                          </a:endParaRPr>
                        </a:p>
                      </a:txBody>
                      <a:tcPr/>
                    </a:tc>
                    <a:tc>
                      <a:txBody>
                        <a:bodyPr/>
                        <a:lstStyle/>
                        <a:p>
                          <a:pPr algn="ctr"/>
                          <a:endParaRPr lang="en-GB" sz="1200" dirty="0">
                            <a:latin typeface="Arial" panose="020B0604020202020204" pitchFamily="34" charset="0"/>
                            <a:cs typeface="Arial" panose="020B0604020202020204" pitchFamily="34" charset="0"/>
                          </a:endParaRPr>
                        </a:p>
                      </a:txBody>
                      <a:tcPr/>
                    </a:tc>
                    <a:tc>
                      <a:txBody>
                        <a:bodyPr/>
                        <a:lstStyle/>
                        <a:p>
                          <a:endParaRPr lang="en-GB" sz="1200" dirty="0">
                            <a:latin typeface="Arial" panose="020B0604020202020204" pitchFamily="34" charset="0"/>
                            <a:cs typeface="Arial" panose="020B0604020202020204" pitchFamily="34" charset="0"/>
                          </a:endParaRPr>
                        </a:p>
                      </a:txBody>
                      <a:tcPr/>
                    </a:tc>
                    <a:tc>
                      <a:txBody>
                        <a:bodyPr/>
                        <a:lstStyle/>
                        <a:p>
                          <a:pPr algn="ctr"/>
                          <a:endParaRPr lang="en-GB" sz="1200" dirty="0">
                            <a:latin typeface="Arial" panose="020B0604020202020204" pitchFamily="34" charset="0"/>
                            <a:cs typeface="Arial" panose="020B0604020202020204" pitchFamily="34" charset="0"/>
                          </a:endParaRPr>
                        </a:p>
                      </a:txBody>
                      <a:tcPr/>
                    </a:tc>
                    <a:tc>
                      <a:txBody>
                        <a:bodyPr/>
                        <a:lstStyle/>
                        <a:p>
                          <a:pPr/>
                          <a14:m>
                            <m:oMathPara xmlns:m="http://schemas.openxmlformats.org/officeDocument/2006/math">
                              <m:oMathParaPr>
                                <m:jc m:val="centerGroup"/>
                              </m:oMathParaPr>
                              <m:oMath xmlns:m="http://schemas.openxmlformats.org/officeDocument/2006/math">
                                <m:sSub>
                                  <m:sSubPr>
                                    <m:ctrlPr>
                                      <a:rPr lang="en-GB" sz="1200" i="1" smtClean="0">
                                        <a:latin typeface="Cambria Math" panose="02040503050406030204" pitchFamily="18" charset="0"/>
                                      </a:rPr>
                                    </m:ctrlPr>
                                  </m:sSubPr>
                                  <m:e>
                                    <m:r>
                                      <a:rPr lang="en-GB" sz="1200" b="0" i="1" smtClean="0">
                                        <a:latin typeface="Cambria Math" panose="02040503050406030204" pitchFamily="18" charset="0"/>
                                      </a:rPr>
                                      <m:t>𝑝</m:t>
                                    </m:r>
                                  </m:e>
                                  <m:sub>
                                    <m:r>
                                      <a:rPr lang="en-GB" sz="1200" b="0" i="1" smtClean="0">
                                        <a:latin typeface="Cambria Math" panose="02040503050406030204" pitchFamily="18" charset="0"/>
                                      </a:rPr>
                                      <m:t>𝑖</m:t>
                                    </m:r>
                                  </m:sub>
                                </m:sSub>
                                <m:r>
                                  <a:rPr lang="en-GB" sz="1200" b="0" i="1" smtClean="0">
                                    <a:latin typeface="Cambria Math" panose="02040503050406030204" pitchFamily="18" charset="0"/>
                                  </a:rPr>
                                  <m:t>&gt;0.05</m:t>
                                </m:r>
                              </m:oMath>
                            </m:oMathPara>
                          </a14:m>
                          <a:endParaRPr lang="en-GB" sz="1200" dirty="0">
                            <a:latin typeface="Arial" panose="020B0604020202020204" pitchFamily="34" charset="0"/>
                            <a:cs typeface="Arial" panose="020B0604020202020204" pitchFamily="34" charset="0"/>
                          </a:endParaRPr>
                        </a:p>
                      </a:txBody>
                      <a:tcPr/>
                    </a:tc>
                    <a:tc>
                      <a:txBody>
                        <a:bodyPr/>
                        <a:lstStyle/>
                        <a:p>
                          <a:r>
                            <a:rPr lang="en-GB" sz="1200" dirty="0">
                              <a:latin typeface="Arial" panose="020B0604020202020204" pitchFamily="34" charset="0"/>
                              <a:cs typeface="Arial" panose="020B0604020202020204" pitchFamily="34" charset="0"/>
                            </a:rPr>
                            <a:t>No local spatial clustering detected</a:t>
                          </a:r>
                        </a:p>
                      </a:txBody>
                      <a:tcPr/>
                    </a:tc>
                    <a:extLst>
                      <a:ext uri="{0D108BD9-81ED-4DB2-BD59-A6C34878D82A}">
                        <a16:rowId xmlns:a16="http://schemas.microsoft.com/office/drawing/2014/main" val="3594064681"/>
                      </a:ext>
                    </a:extLst>
                  </a:tr>
                </a:tbl>
              </a:graphicData>
            </a:graphic>
          </p:graphicFrame>
        </mc:Choice>
        <mc:Fallback xmlns="">
          <p:graphicFrame>
            <p:nvGraphicFramePr>
              <p:cNvPr id="3" name="Table 2">
                <a:extLst>
                  <a:ext uri="{FF2B5EF4-FFF2-40B4-BE49-F238E27FC236}">
                    <a16:creationId xmlns:a16="http://schemas.microsoft.com/office/drawing/2014/main" id="{FCFBF1AD-C7A6-C214-F811-91C63533BE95}"/>
                  </a:ext>
                </a:extLst>
              </p:cNvPr>
              <p:cNvGraphicFramePr>
                <a:graphicFrameLocks noGrp="1"/>
              </p:cNvGraphicFramePr>
              <p:nvPr>
                <p:extLst>
                  <p:ext uri="{D42A27DB-BD31-4B8C-83A1-F6EECF244321}">
                    <p14:modId xmlns:p14="http://schemas.microsoft.com/office/powerpoint/2010/main" val="2579465303"/>
                  </p:ext>
                </p:extLst>
              </p:nvPr>
            </p:nvGraphicFramePr>
            <p:xfrm>
              <a:off x="1031200" y="1243600"/>
              <a:ext cx="10323202" cy="3119120"/>
            </p:xfrm>
            <a:graphic>
              <a:graphicData uri="http://schemas.openxmlformats.org/drawingml/2006/table">
                <a:tbl>
                  <a:tblPr firstRow="1" bandRow="1">
                    <a:tableStyleId>{5C22544A-7EE6-4342-B048-85BDC9FD1C3A}</a:tableStyleId>
                  </a:tblPr>
                  <a:tblGrid>
                    <a:gridCol w="1227408">
                      <a:extLst>
                        <a:ext uri="{9D8B030D-6E8A-4147-A177-3AD203B41FA5}">
                          <a16:colId xmlns:a16="http://schemas.microsoft.com/office/drawing/2014/main" val="4274286277"/>
                        </a:ext>
                      </a:extLst>
                    </a:gridCol>
                    <a:gridCol w="1319792">
                      <a:extLst>
                        <a:ext uri="{9D8B030D-6E8A-4147-A177-3AD203B41FA5}">
                          <a16:colId xmlns:a16="http://schemas.microsoft.com/office/drawing/2014/main" val="262088398"/>
                        </a:ext>
                      </a:extLst>
                    </a:gridCol>
                    <a:gridCol w="504000">
                      <a:extLst>
                        <a:ext uri="{9D8B030D-6E8A-4147-A177-3AD203B41FA5}">
                          <a16:colId xmlns:a16="http://schemas.microsoft.com/office/drawing/2014/main" val="2540517046"/>
                        </a:ext>
                      </a:extLst>
                    </a:gridCol>
                    <a:gridCol w="1555200">
                      <a:extLst>
                        <a:ext uri="{9D8B030D-6E8A-4147-A177-3AD203B41FA5}">
                          <a16:colId xmlns:a16="http://schemas.microsoft.com/office/drawing/2014/main" val="373866769"/>
                        </a:ext>
                      </a:extLst>
                    </a:gridCol>
                    <a:gridCol w="576000">
                      <a:extLst>
                        <a:ext uri="{9D8B030D-6E8A-4147-A177-3AD203B41FA5}">
                          <a16:colId xmlns:a16="http://schemas.microsoft.com/office/drawing/2014/main" val="189606426"/>
                        </a:ext>
                      </a:extLst>
                    </a:gridCol>
                    <a:gridCol w="1483200">
                      <a:extLst>
                        <a:ext uri="{9D8B030D-6E8A-4147-A177-3AD203B41FA5}">
                          <a16:colId xmlns:a16="http://schemas.microsoft.com/office/drawing/2014/main" val="2664735080"/>
                        </a:ext>
                      </a:extLst>
                    </a:gridCol>
                    <a:gridCol w="3657602">
                      <a:extLst>
                        <a:ext uri="{9D8B030D-6E8A-4147-A177-3AD203B41FA5}">
                          <a16:colId xmlns:a16="http://schemas.microsoft.com/office/drawing/2014/main" val="1006408228"/>
                        </a:ext>
                      </a:extLst>
                    </a:gridCol>
                  </a:tblGrid>
                  <a:tr h="370840">
                    <a:tc>
                      <a:txBody>
                        <a:bodyPr/>
                        <a:lstStyle/>
                        <a:p>
                          <a:r>
                            <a:rPr lang="en-GB" sz="1200" dirty="0">
                              <a:latin typeface="Arial" panose="020B0604020202020204" pitchFamily="34" charset="0"/>
                              <a:cs typeface="Arial" panose="020B0604020202020204" pitchFamily="34" charset="0"/>
                            </a:rPr>
                            <a:t>Category</a:t>
                          </a:r>
                        </a:p>
                      </a:txBody>
                      <a:tcPr/>
                    </a:tc>
                    <a:tc>
                      <a:txBody>
                        <a:bodyPr/>
                        <a:lstStyle/>
                        <a:p>
                          <a:pPr algn="ctr"/>
                          <a:r>
                            <a:rPr lang="en-GB" sz="1200" dirty="0">
                              <a:latin typeface="Arial" panose="020B0604020202020204" pitchFamily="34" charset="0"/>
                              <a:cs typeface="Arial" panose="020B0604020202020204" pitchFamily="34" charset="0"/>
                            </a:rPr>
                            <a:t>Condition 1</a:t>
                          </a:r>
                        </a:p>
                      </a:txBody>
                      <a:tcPr/>
                    </a:tc>
                    <a:tc>
                      <a:txBody>
                        <a:bodyPr/>
                        <a:lstStyle/>
                        <a:p>
                          <a:pPr algn="ctr"/>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Condition 2</a:t>
                          </a:r>
                        </a:p>
                      </a:txBody>
                      <a:tcPr/>
                    </a:tc>
                    <a:tc>
                      <a:txBody>
                        <a:bodyPr/>
                        <a:lstStyle/>
                        <a:p>
                          <a:pPr algn="ctr"/>
                          <a:endParaRPr lang="en-GB" sz="1200" dirty="0">
                            <a:latin typeface="Arial" panose="020B0604020202020204" pitchFamily="34" charset="0"/>
                            <a:cs typeface="Arial" panose="020B0604020202020204" pitchFamily="34" charset="0"/>
                          </a:endParaRPr>
                        </a:p>
                      </a:txBody>
                      <a:tcPr/>
                    </a:tc>
                    <a:tc>
                      <a:txBody>
                        <a:bodyPr/>
                        <a:lstStyle/>
                        <a:p>
                          <a:pPr algn="ctr"/>
                          <a:r>
                            <a:rPr lang="en-GB" sz="1200" dirty="0">
                              <a:latin typeface="Arial" panose="020B0604020202020204" pitchFamily="34" charset="0"/>
                              <a:cs typeface="Arial" panose="020B0604020202020204" pitchFamily="34" charset="0"/>
                            </a:rPr>
                            <a:t>Condition 3</a:t>
                          </a:r>
                        </a:p>
                      </a:txBody>
                      <a:tcPr/>
                    </a:tc>
                    <a:tc>
                      <a:txBody>
                        <a:bodyPr/>
                        <a:lstStyle/>
                        <a:p>
                          <a:r>
                            <a:rPr lang="en-GB" sz="1200" dirty="0">
                              <a:latin typeface="Arial" panose="020B0604020202020204" pitchFamily="34" charset="0"/>
                              <a:cs typeface="Arial" panose="020B0604020202020204" pitchFamily="34" charset="0"/>
                            </a:rPr>
                            <a:t>Interpretation</a:t>
                          </a:r>
                        </a:p>
                      </a:txBody>
                      <a:tcPr/>
                    </a:tc>
                    <a:extLst>
                      <a:ext uri="{0D108BD9-81ED-4DB2-BD59-A6C34878D82A}">
                        <a16:rowId xmlns:a16="http://schemas.microsoft.com/office/drawing/2014/main" val="2896726920"/>
                      </a:ext>
                    </a:extLst>
                  </a:tr>
                  <a:tr h="457200">
                    <a:tc>
                      <a:txBody>
                        <a:bodyPr/>
                        <a:lstStyle/>
                        <a:p>
                          <a:r>
                            <a:rPr lang="en-GB" sz="1200" dirty="0">
                              <a:latin typeface="Arial" panose="020B0604020202020204" pitchFamily="34" charset="0"/>
                              <a:cs typeface="Arial" panose="020B0604020202020204" pitchFamily="34" charset="0"/>
                            </a:rPr>
                            <a:t>High-High</a:t>
                          </a:r>
                        </a:p>
                      </a:txBody>
                      <a:tcPr/>
                    </a:tc>
                    <a:tc>
                      <a:txBody>
                        <a:bodyPr/>
                        <a:lstStyle/>
                        <a:p>
                          <a:endParaRPr lang="en-US"/>
                        </a:p>
                      </a:txBody>
                      <a:tcPr>
                        <a:blipFill>
                          <a:blip r:embed="rId3"/>
                          <a:stretch>
                            <a:fillRect l="-94231" t="-81081" r="-591346" b="-491892"/>
                          </a:stretch>
                        </a:blipFill>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endParaRPr lang="en-US"/>
                        </a:p>
                      </a:txBody>
                      <a:tcPr>
                        <a:blipFill>
                          <a:blip r:embed="rId3"/>
                          <a:stretch>
                            <a:fillRect l="-198361" t="-81081" r="-371311" b="-491892"/>
                          </a:stretch>
                        </a:blipFill>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endParaRPr lang="en-US"/>
                        </a:p>
                      </a:txBody>
                      <a:tcPr>
                        <a:blipFill>
                          <a:blip r:embed="rId3"/>
                          <a:stretch>
                            <a:fillRect l="-350427" t="-81081" r="-247863" b="-491892"/>
                          </a:stretch>
                        </a:blipFill>
                      </a:tcPr>
                    </a:tc>
                    <a:tc>
                      <a:txBody>
                        <a:bodyPr/>
                        <a:lstStyle/>
                        <a:p>
                          <a:r>
                            <a:rPr lang="en-GB" sz="1200" dirty="0">
                              <a:latin typeface="Arial" panose="020B0604020202020204" pitchFamily="34" charset="0"/>
                              <a:cs typeface="Arial" panose="020B0604020202020204" pitchFamily="34" charset="0"/>
                            </a:rPr>
                            <a:t>Hotspot cluster: Index area is a high-value, which is also surrounded by neighbours with high-values</a:t>
                          </a:r>
                        </a:p>
                      </a:txBody>
                      <a:tcPr/>
                    </a:tc>
                    <a:extLst>
                      <a:ext uri="{0D108BD9-81ED-4DB2-BD59-A6C34878D82A}">
                        <a16:rowId xmlns:a16="http://schemas.microsoft.com/office/drawing/2014/main" val="1851571255"/>
                      </a:ext>
                    </a:extLst>
                  </a:tr>
                  <a:tr h="640080">
                    <a:tc>
                      <a:txBody>
                        <a:bodyPr/>
                        <a:lstStyle/>
                        <a:p>
                          <a:r>
                            <a:rPr lang="en-GB" sz="1200" dirty="0">
                              <a:latin typeface="Arial" panose="020B0604020202020204" pitchFamily="34" charset="0"/>
                              <a:cs typeface="Arial" panose="020B0604020202020204" pitchFamily="34" charset="0"/>
                            </a:rPr>
                            <a:t>Low-Low</a:t>
                          </a:r>
                        </a:p>
                      </a:txBody>
                      <a:tcPr/>
                    </a:tc>
                    <a:tc>
                      <a:txBody>
                        <a:bodyPr/>
                        <a:lstStyle/>
                        <a:p>
                          <a:endParaRPr lang="en-US"/>
                        </a:p>
                      </a:txBody>
                      <a:tcPr>
                        <a:blipFill>
                          <a:blip r:embed="rId3"/>
                          <a:stretch>
                            <a:fillRect l="-94231" t="-134000" r="-591346" b="-264000"/>
                          </a:stretch>
                        </a:blipFill>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endParaRPr lang="en-US"/>
                        </a:p>
                      </a:txBody>
                      <a:tcPr>
                        <a:blipFill>
                          <a:blip r:embed="rId3"/>
                          <a:stretch>
                            <a:fillRect l="-198361" t="-134000" r="-371311" b="-264000"/>
                          </a:stretch>
                        </a:blipFill>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endParaRPr lang="en-US"/>
                        </a:p>
                      </a:txBody>
                      <a:tcPr>
                        <a:blipFill>
                          <a:blip r:embed="rId3"/>
                          <a:stretch>
                            <a:fillRect l="-350427" t="-134000" r="-247863" b="-2640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Cold-spot cluster: Index area is a low-value, which is also surrounded by neighbours with low-values (observation but lagged)</a:t>
                          </a:r>
                        </a:p>
                      </a:txBody>
                      <a:tcPr/>
                    </a:tc>
                    <a:extLst>
                      <a:ext uri="{0D108BD9-81ED-4DB2-BD59-A6C34878D82A}">
                        <a16:rowId xmlns:a16="http://schemas.microsoft.com/office/drawing/2014/main" val="3285437630"/>
                      </a:ext>
                    </a:extLst>
                  </a:tr>
                  <a:tr h="640080">
                    <a:tc>
                      <a:txBody>
                        <a:bodyPr/>
                        <a:lstStyle/>
                        <a:p>
                          <a:r>
                            <a:rPr lang="en-GB" sz="1200" dirty="0">
                              <a:latin typeface="Arial" panose="020B0604020202020204" pitchFamily="34" charset="0"/>
                              <a:cs typeface="Arial" panose="020B0604020202020204" pitchFamily="34" charset="0"/>
                            </a:rPr>
                            <a:t>High-Low</a:t>
                          </a:r>
                        </a:p>
                      </a:txBody>
                      <a:tcPr/>
                    </a:tc>
                    <a:tc>
                      <a:txBody>
                        <a:bodyPr/>
                        <a:lstStyle/>
                        <a:p>
                          <a:endParaRPr lang="en-US"/>
                        </a:p>
                      </a:txBody>
                      <a:tcPr>
                        <a:blipFill>
                          <a:blip r:embed="rId3"/>
                          <a:stretch>
                            <a:fillRect l="-94231" t="-229412" r="-591346" b="-158824"/>
                          </a:stretch>
                        </a:blipFill>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endParaRPr lang="en-US"/>
                        </a:p>
                      </a:txBody>
                      <a:tcPr>
                        <a:blipFill>
                          <a:blip r:embed="rId3"/>
                          <a:stretch>
                            <a:fillRect l="-198361" t="-229412" r="-371311" b="-158824"/>
                          </a:stretch>
                        </a:blipFill>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endParaRPr lang="en-US"/>
                        </a:p>
                      </a:txBody>
                      <a:tcPr>
                        <a:blipFill>
                          <a:blip r:embed="rId3"/>
                          <a:stretch>
                            <a:fillRect l="-350427" t="-229412" r="-247863" b="-158824"/>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Mixed cluster: Index area is a high-value, which is also surrounded by neighbours with low-values (i.e., from high to low – spatial outlier)</a:t>
                          </a:r>
                        </a:p>
                      </a:txBody>
                      <a:tcPr/>
                    </a:tc>
                    <a:extLst>
                      <a:ext uri="{0D108BD9-81ED-4DB2-BD59-A6C34878D82A}">
                        <a16:rowId xmlns:a16="http://schemas.microsoft.com/office/drawing/2014/main" val="3106904022"/>
                      </a:ext>
                    </a:extLst>
                  </a:tr>
                  <a:tr h="640080">
                    <a:tc>
                      <a:txBody>
                        <a:bodyPr/>
                        <a:lstStyle/>
                        <a:p>
                          <a:r>
                            <a:rPr lang="en-GB" sz="1200" dirty="0">
                              <a:latin typeface="Arial" panose="020B0604020202020204" pitchFamily="34" charset="0"/>
                              <a:cs typeface="Arial" panose="020B0604020202020204" pitchFamily="34" charset="0"/>
                            </a:rPr>
                            <a:t>Low-High</a:t>
                          </a:r>
                        </a:p>
                      </a:txBody>
                      <a:tcPr/>
                    </a:tc>
                    <a:tc>
                      <a:txBody>
                        <a:bodyPr/>
                        <a:lstStyle/>
                        <a:p>
                          <a:endParaRPr lang="en-US"/>
                        </a:p>
                      </a:txBody>
                      <a:tcPr>
                        <a:blipFill>
                          <a:blip r:embed="rId3"/>
                          <a:stretch>
                            <a:fillRect l="-94231" t="-329412" r="-591346" b="-58824"/>
                          </a:stretch>
                        </a:blipFill>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endParaRPr lang="en-US"/>
                        </a:p>
                      </a:txBody>
                      <a:tcPr>
                        <a:blipFill>
                          <a:blip r:embed="rId3"/>
                          <a:stretch>
                            <a:fillRect l="-198361" t="-329412" r="-371311" b="-58824"/>
                          </a:stretch>
                        </a:blipFill>
                      </a:tcPr>
                    </a:tc>
                    <a:tc>
                      <a:txBody>
                        <a:bodyPr/>
                        <a:lstStyle/>
                        <a:p>
                          <a:pPr algn="ctr"/>
                          <a:r>
                            <a:rPr lang="en-GB" sz="1200" dirty="0">
                              <a:latin typeface="Arial" panose="020B0604020202020204" pitchFamily="34" charset="0"/>
                              <a:cs typeface="Arial" panose="020B0604020202020204" pitchFamily="34" charset="0"/>
                            </a:rPr>
                            <a:t>AND</a:t>
                          </a:r>
                        </a:p>
                      </a:txBody>
                      <a:tcPr/>
                    </a:tc>
                    <a:tc>
                      <a:txBody>
                        <a:bodyPr/>
                        <a:lstStyle/>
                        <a:p>
                          <a:endParaRPr lang="en-US"/>
                        </a:p>
                      </a:txBody>
                      <a:tcPr>
                        <a:blipFill>
                          <a:blip r:embed="rId3"/>
                          <a:stretch>
                            <a:fillRect l="-350427" t="-329412" r="-247863" b="-58824"/>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Mixed cluster: Index area is a low-value, which is also surrounded by neighbours with high-values (i.e., from low to high – spatial outlier)</a:t>
                          </a:r>
                        </a:p>
                      </a:txBody>
                      <a:tcPr/>
                    </a:tc>
                    <a:extLst>
                      <a:ext uri="{0D108BD9-81ED-4DB2-BD59-A6C34878D82A}">
                        <a16:rowId xmlns:a16="http://schemas.microsoft.com/office/drawing/2014/main" val="2401510886"/>
                      </a:ext>
                    </a:extLst>
                  </a:tr>
                  <a:tr h="370840">
                    <a:tc>
                      <a:txBody>
                        <a:bodyPr/>
                        <a:lstStyle/>
                        <a:p>
                          <a:r>
                            <a:rPr lang="en-GB" sz="1200" dirty="0">
                              <a:latin typeface="Arial" panose="020B0604020202020204" pitchFamily="34" charset="0"/>
                              <a:cs typeface="Arial" panose="020B0604020202020204" pitchFamily="34" charset="0"/>
                            </a:rPr>
                            <a:t>Not significant</a:t>
                          </a:r>
                        </a:p>
                      </a:txBody>
                      <a:tcPr/>
                    </a:tc>
                    <a:tc>
                      <a:txBody>
                        <a:bodyPr/>
                        <a:lstStyle/>
                        <a:p>
                          <a:endParaRPr lang="en-GB" sz="1200" dirty="0">
                            <a:latin typeface="Arial" panose="020B0604020202020204" pitchFamily="34" charset="0"/>
                            <a:cs typeface="Arial" panose="020B0604020202020204" pitchFamily="34" charset="0"/>
                          </a:endParaRPr>
                        </a:p>
                      </a:txBody>
                      <a:tcPr/>
                    </a:tc>
                    <a:tc>
                      <a:txBody>
                        <a:bodyPr/>
                        <a:lstStyle/>
                        <a:p>
                          <a:pPr algn="ctr"/>
                          <a:endParaRPr lang="en-GB" sz="1200" dirty="0">
                            <a:latin typeface="Arial" panose="020B0604020202020204" pitchFamily="34" charset="0"/>
                            <a:cs typeface="Arial" panose="020B0604020202020204" pitchFamily="34" charset="0"/>
                          </a:endParaRPr>
                        </a:p>
                      </a:txBody>
                      <a:tcPr/>
                    </a:tc>
                    <a:tc>
                      <a:txBody>
                        <a:bodyPr/>
                        <a:lstStyle/>
                        <a:p>
                          <a:endParaRPr lang="en-GB" sz="1200" dirty="0">
                            <a:latin typeface="Arial" panose="020B0604020202020204" pitchFamily="34" charset="0"/>
                            <a:cs typeface="Arial" panose="020B0604020202020204" pitchFamily="34" charset="0"/>
                          </a:endParaRPr>
                        </a:p>
                      </a:txBody>
                      <a:tcPr/>
                    </a:tc>
                    <a:tc>
                      <a:txBody>
                        <a:bodyPr/>
                        <a:lstStyle/>
                        <a:p>
                          <a:pPr algn="ctr"/>
                          <a:endParaRPr lang="en-GB" sz="1200" dirty="0">
                            <a:latin typeface="Arial" panose="020B0604020202020204" pitchFamily="34" charset="0"/>
                            <a:cs typeface="Arial" panose="020B0604020202020204" pitchFamily="34" charset="0"/>
                          </a:endParaRPr>
                        </a:p>
                      </a:txBody>
                      <a:tcPr/>
                    </a:tc>
                    <a:tc>
                      <a:txBody>
                        <a:bodyPr/>
                        <a:lstStyle/>
                        <a:p>
                          <a:endParaRPr lang="en-US"/>
                        </a:p>
                      </a:txBody>
                      <a:tcPr>
                        <a:blipFill>
                          <a:blip r:embed="rId3"/>
                          <a:stretch>
                            <a:fillRect l="-350427" t="-755172" r="-247863" b="-3448"/>
                          </a:stretch>
                        </a:blipFill>
                      </a:tcPr>
                    </a:tc>
                    <a:tc>
                      <a:txBody>
                        <a:bodyPr/>
                        <a:lstStyle/>
                        <a:p>
                          <a:r>
                            <a:rPr lang="en-GB" sz="1200" dirty="0">
                              <a:latin typeface="Arial" panose="020B0604020202020204" pitchFamily="34" charset="0"/>
                              <a:cs typeface="Arial" panose="020B0604020202020204" pitchFamily="34" charset="0"/>
                            </a:rPr>
                            <a:t>No local spatial clustering detected</a:t>
                          </a:r>
                        </a:p>
                      </a:txBody>
                      <a:tcPr/>
                    </a:tc>
                    <a:extLst>
                      <a:ext uri="{0D108BD9-81ED-4DB2-BD59-A6C34878D82A}">
                        <a16:rowId xmlns:a16="http://schemas.microsoft.com/office/drawing/2014/main" val="3594064681"/>
                      </a:ext>
                    </a:extLst>
                  </a:tr>
                </a:tbl>
              </a:graphicData>
            </a:graphic>
          </p:graphicFrame>
        </mc:Fallback>
      </mc:AlternateContent>
      <p:sp>
        <p:nvSpPr>
          <p:cNvPr id="4" name="Slide Number Placeholder 3">
            <a:extLst>
              <a:ext uri="{FF2B5EF4-FFF2-40B4-BE49-F238E27FC236}">
                <a16:creationId xmlns:a16="http://schemas.microsoft.com/office/drawing/2014/main" id="{5F36BF79-1B88-4EE9-5CA1-FC5B4BEE1DD4}"/>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9</a:t>
            </a:fld>
            <a:endParaRPr lang="en-US" dirty="0">
              <a:solidFill>
                <a:srgbClr val="000000"/>
              </a:solidFill>
              <a:cs typeface="ＭＳ Ｐゴシック"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F8D2E2A-E20D-6923-A9AB-6686AFB0BD2D}"/>
                  </a:ext>
                </a:extLst>
              </p:cNvPr>
              <p:cNvSpPr txBox="1"/>
              <p:nvPr/>
            </p:nvSpPr>
            <p:spPr>
              <a:xfrm>
                <a:off x="1166400" y="5061600"/>
                <a:ext cx="7608173" cy="945580"/>
              </a:xfrm>
              <a:prstGeom prst="rect">
                <a:avLst/>
              </a:prstGeom>
              <a:noFill/>
            </p:spPr>
            <p:txBody>
              <a:bodyPr wrap="none" rtlCol="0">
                <a:spAutoFit/>
              </a:bodyPr>
              <a:lstStyle/>
              <a:p>
                <a14:m>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𝑧</m:t>
                        </m:r>
                      </m:e>
                      <m:sub>
                        <m:r>
                          <a:rPr lang="en-GB" i="1">
                            <a:latin typeface="Cambria Math" panose="02040503050406030204" pitchFamily="18" charset="0"/>
                          </a:rPr>
                          <m:t>𝑖</m:t>
                        </m:r>
                      </m:sub>
                    </m:sSub>
                    <m:r>
                      <a:rPr lang="en-GB" b="0" i="1" smtClean="0">
                        <a:latin typeface="Cambria Math" panose="02040503050406030204" pitchFamily="18" charset="0"/>
                      </a:rPr>
                      <m:t>= </m:t>
                    </m:r>
                  </m:oMath>
                </a14:m>
                <a:r>
                  <a:rPr lang="en-GB" dirty="0"/>
                  <a:t>Standardised observed value in location</a:t>
                </a:r>
                <a14:m>
                  <m:oMath xmlns:m="http://schemas.openxmlformats.org/officeDocument/2006/math">
                    <m:r>
                      <a:rPr lang="en-GB" b="0" i="0" smtClean="0">
                        <a:latin typeface="Cambria Math" panose="02040503050406030204" pitchFamily="18" charset="0"/>
                      </a:rPr>
                      <m:t> </m:t>
                    </m:r>
                    <m:r>
                      <a:rPr lang="en-GB" b="0" i="1" smtClean="0">
                        <a:latin typeface="Cambria Math" panose="02040503050406030204" pitchFamily="18" charset="0"/>
                      </a:rPr>
                      <m:t>𝑖</m:t>
                    </m:r>
                  </m:oMath>
                </a14:m>
                <a:endParaRPr lang="en-GB" dirty="0"/>
              </a:p>
              <a:p>
                <a14:m>
                  <m:oMath xmlns:m="http://schemas.openxmlformats.org/officeDocument/2006/math">
                    <m:sSubSup>
                      <m:sSubSupPr>
                        <m:ctrlPr>
                          <a:rPr lang="en-GB" i="1">
                            <a:latin typeface="Cambria Math" panose="02040503050406030204" pitchFamily="18" charset="0"/>
                          </a:rPr>
                        </m:ctrlPr>
                      </m:sSubSupPr>
                      <m:e>
                        <m:r>
                          <a:rPr lang="en-GB" i="1">
                            <a:latin typeface="Cambria Math" panose="02040503050406030204" pitchFamily="18" charset="0"/>
                          </a:rPr>
                          <m:t>𝑧</m:t>
                        </m:r>
                      </m:e>
                      <m:sub>
                        <m:r>
                          <a:rPr lang="en-GB" i="1">
                            <a:latin typeface="Cambria Math" panose="02040503050406030204" pitchFamily="18" charset="0"/>
                          </a:rPr>
                          <m:t>𝑖</m:t>
                        </m:r>
                      </m:sub>
                      <m:sup>
                        <m:r>
                          <a:rPr lang="en-GB" i="1">
                            <a:latin typeface="Cambria Math" panose="02040503050406030204" pitchFamily="18" charset="0"/>
                          </a:rPr>
                          <m:t>𝑙</m:t>
                        </m:r>
                      </m:sup>
                    </m:sSubSup>
                    <m:r>
                      <a:rPr lang="en-GB" i="1">
                        <a:latin typeface="Cambria Math" panose="02040503050406030204" pitchFamily="18" charset="0"/>
                      </a:rPr>
                      <m:t>= </m:t>
                    </m:r>
                  </m:oMath>
                </a14:m>
                <a:r>
                  <a:rPr lang="en-GB" dirty="0"/>
                  <a:t>Corresponding standardised observed value(s) in neighbours for location </a:t>
                </a:r>
                <a14:m>
                  <m:oMath xmlns:m="http://schemas.openxmlformats.org/officeDocument/2006/math">
                    <m:r>
                      <a:rPr lang="en-GB" b="0" i="1" smtClean="0">
                        <a:latin typeface="Cambria Math" panose="02040503050406030204" pitchFamily="18" charset="0"/>
                      </a:rPr>
                      <m:t>𝑖</m:t>
                    </m:r>
                  </m:oMath>
                </a14:m>
                <a:endParaRPr lang="en-GB" b="0" dirty="0"/>
              </a:p>
              <a:p>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𝑝</m:t>
                        </m:r>
                      </m:e>
                      <m:sub>
                        <m:r>
                          <a:rPr lang="en-GB" i="1">
                            <a:latin typeface="Cambria Math" panose="02040503050406030204" pitchFamily="18" charset="0"/>
                          </a:rPr>
                          <m:t>𝑖</m:t>
                        </m:r>
                      </m:sub>
                    </m:sSub>
                    <m:r>
                      <a:rPr lang="en-GB" b="0" i="1" smtClean="0">
                        <a:latin typeface="Cambria Math" panose="02040503050406030204" pitchFamily="18" charset="0"/>
                      </a:rPr>
                      <m:t>=</m:t>
                    </m:r>
                  </m:oMath>
                </a14:m>
                <a:r>
                  <a:rPr lang="en-GB" dirty="0"/>
                  <a:t> P-value for statistical significance</a:t>
                </a:r>
              </a:p>
            </p:txBody>
          </p:sp>
        </mc:Choice>
        <mc:Fallback xmlns="">
          <p:sp>
            <p:nvSpPr>
              <p:cNvPr id="5" name="TextBox 4">
                <a:extLst>
                  <a:ext uri="{FF2B5EF4-FFF2-40B4-BE49-F238E27FC236}">
                    <a16:creationId xmlns:a16="http://schemas.microsoft.com/office/drawing/2014/main" id="{0F8D2E2A-E20D-6923-A9AB-6686AFB0BD2D}"/>
                  </a:ext>
                </a:extLst>
              </p:cNvPr>
              <p:cNvSpPr txBox="1">
                <a:spLocks noRot="1" noChangeAspect="1" noMove="1" noResize="1" noEditPoints="1" noAdjustHandles="1" noChangeArrowheads="1" noChangeShapeType="1" noTextEdit="1"/>
              </p:cNvSpPr>
              <p:nvPr/>
            </p:nvSpPr>
            <p:spPr>
              <a:xfrm>
                <a:off x="1166400" y="5061600"/>
                <a:ext cx="7608173" cy="945580"/>
              </a:xfrm>
              <a:prstGeom prst="rect">
                <a:avLst/>
              </a:prstGeom>
              <a:blipFill>
                <a:blip r:embed="rId4"/>
                <a:stretch>
                  <a:fillRect t="-2667" b="-10667"/>
                </a:stretch>
              </a:blipFill>
            </p:spPr>
            <p:txBody>
              <a:bodyPr/>
              <a:lstStyle/>
              <a:p>
                <a:r>
                  <a:rPr lang="en-GB">
                    <a:noFill/>
                  </a:rPr>
                  <a:t> </a:t>
                </a:r>
              </a:p>
            </p:txBody>
          </p:sp>
        </mc:Fallback>
      </mc:AlternateContent>
    </p:spTree>
    <p:extLst>
      <p:ext uri="{BB962C8B-B14F-4D97-AF65-F5344CB8AC3E}">
        <p14:creationId xmlns:p14="http://schemas.microsoft.com/office/powerpoint/2010/main" val="1081934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8562B3B-2342-6E4C-B72B-B6CFB334502D}"/>
              </a:ext>
            </a:extLst>
          </p:cNvPr>
          <p:cNvSpPr txBox="1">
            <a:spLocks/>
          </p:cNvSpPr>
          <p:nvPr/>
        </p:nvSpPr>
        <p:spPr>
          <a:xfrm>
            <a:off x="163080" y="174331"/>
            <a:ext cx="2159706"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GB" altLang="en-US" sz="3600" b="1" dirty="0">
                <a:latin typeface="Helvetica Neue Light" panose="02000403000000020004" pitchFamily="2" charset="0"/>
                <a:ea typeface="Helvetica Neue Light" panose="02000403000000020004" pitchFamily="2" charset="0"/>
              </a:rPr>
              <a:t>Example:</a:t>
            </a:r>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8" name="TextBox 7">
            <a:extLst>
              <a:ext uri="{FF2B5EF4-FFF2-40B4-BE49-F238E27FC236}">
                <a16:creationId xmlns:a16="http://schemas.microsoft.com/office/drawing/2014/main" id="{3A94DE49-F671-5655-EE81-666B08FAE4D0}"/>
              </a:ext>
            </a:extLst>
          </p:cNvPr>
          <p:cNvSpPr txBox="1"/>
          <p:nvPr/>
        </p:nvSpPr>
        <p:spPr>
          <a:xfrm>
            <a:off x="357352" y="4842249"/>
            <a:ext cx="184731" cy="369332"/>
          </a:xfrm>
          <a:prstGeom prst="rect">
            <a:avLst/>
          </a:prstGeom>
          <a:noFill/>
        </p:spPr>
        <p:txBody>
          <a:bodyPr wrap="none" rtlCol="0">
            <a:spAutoFit/>
          </a:bodyPr>
          <a:lstStyle/>
          <a:p>
            <a:endParaRPr lang="en-GB" dirty="0"/>
          </a:p>
        </p:txBody>
      </p:sp>
      <p:sp>
        <p:nvSpPr>
          <p:cNvPr id="11" name="Title 1">
            <a:extLst>
              <a:ext uri="{FF2B5EF4-FFF2-40B4-BE49-F238E27FC236}">
                <a16:creationId xmlns:a16="http://schemas.microsoft.com/office/drawing/2014/main" id="{D11EBA1F-1606-B676-CC01-7B10A620951F}"/>
              </a:ext>
            </a:extLst>
          </p:cNvPr>
          <p:cNvSpPr txBox="1">
            <a:spLocks/>
          </p:cNvSpPr>
          <p:nvPr/>
        </p:nvSpPr>
        <p:spPr>
          <a:xfrm>
            <a:off x="2152965" y="215235"/>
            <a:ext cx="9662983"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en-US" sz="3600" b="1" dirty="0">
                <a:latin typeface="Helvetica Neue Light" panose="02000403000000020004" pitchFamily="2" charset="0"/>
                <a:ea typeface="Helvetica Neue Light" panose="02000403000000020004" pitchFamily="2" charset="0"/>
              </a:rPr>
              <a:t>Detection of NTDs clusters in Cote d’Ivoire</a:t>
            </a:r>
            <a:endParaRPr lang="en-GB" sz="1400" dirty="0"/>
          </a:p>
          <a:p>
            <a:pPr lvl="0"/>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2" name="Slide Number Placeholder 3">
            <a:extLst>
              <a:ext uri="{FF2B5EF4-FFF2-40B4-BE49-F238E27FC236}">
                <a16:creationId xmlns:a16="http://schemas.microsoft.com/office/drawing/2014/main" id="{F067B286-A929-07CF-BE48-9567AACFC552}"/>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10</a:t>
            </a:fld>
            <a:endParaRPr lang="en-US" dirty="0">
              <a:solidFill>
                <a:srgbClr val="000000"/>
              </a:solidFill>
              <a:cs typeface="ＭＳ Ｐゴシック" charset="0"/>
            </a:endParaRPr>
          </a:p>
        </p:txBody>
      </p:sp>
      <p:pic>
        <p:nvPicPr>
          <p:cNvPr id="7" name="Picture 6" descr="A map of the state of nigeria&#10;&#10;AI-generated content may be incorrect.">
            <a:extLst>
              <a:ext uri="{FF2B5EF4-FFF2-40B4-BE49-F238E27FC236}">
                <a16:creationId xmlns:a16="http://schemas.microsoft.com/office/drawing/2014/main" id="{5B631BE3-51AD-07CD-EFE8-F462290BC022}"/>
              </a:ext>
            </a:extLst>
          </p:cNvPr>
          <p:cNvPicPr>
            <a:picLocks noChangeAspect="1"/>
          </p:cNvPicPr>
          <p:nvPr/>
        </p:nvPicPr>
        <p:blipFill>
          <a:blip r:embed="rId3"/>
          <a:stretch>
            <a:fillRect/>
          </a:stretch>
        </p:blipFill>
        <p:spPr>
          <a:xfrm>
            <a:off x="31530" y="1544267"/>
            <a:ext cx="4079786" cy="3369668"/>
          </a:xfrm>
          <a:prstGeom prst="rect">
            <a:avLst/>
          </a:prstGeom>
        </p:spPr>
      </p:pic>
      <p:pic>
        <p:nvPicPr>
          <p:cNvPr id="13" name="Picture 12" descr="A map of the country&#10;&#10;AI-generated content may be incorrect.">
            <a:extLst>
              <a:ext uri="{FF2B5EF4-FFF2-40B4-BE49-F238E27FC236}">
                <a16:creationId xmlns:a16="http://schemas.microsoft.com/office/drawing/2014/main" id="{CA7C9462-039D-7236-E7DB-B2EB6428395B}"/>
              </a:ext>
            </a:extLst>
          </p:cNvPr>
          <p:cNvPicPr>
            <a:picLocks noChangeAspect="1"/>
          </p:cNvPicPr>
          <p:nvPr/>
        </p:nvPicPr>
        <p:blipFill>
          <a:blip r:embed="rId4"/>
          <a:stretch>
            <a:fillRect/>
          </a:stretch>
        </p:blipFill>
        <p:spPr>
          <a:xfrm>
            <a:off x="4066570" y="1559261"/>
            <a:ext cx="3721592" cy="3354674"/>
          </a:xfrm>
          <a:prstGeom prst="rect">
            <a:avLst/>
          </a:prstGeom>
        </p:spPr>
      </p:pic>
      <p:pic>
        <p:nvPicPr>
          <p:cNvPr id="15" name="Picture 14" descr="A map of a large group of regions&#10;&#10;AI-generated content may be incorrect.">
            <a:extLst>
              <a:ext uri="{FF2B5EF4-FFF2-40B4-BE49-F238E27FC236}">
                <a16:creationId xmlns:a16="http://schemas.microsoft.com/office/drawing/2014/main" id="{4E0F19D8-B359-94CA-8F38-71FB000C9E48}"/>
              </a:ext>
            </a:extLst>
          </p:cNvPr>
          <p:cNvPicPr>
            <a:picLocks noChangeAspect="1"/>
          </p:cNvPicPr>
          <p:nvPr/>
        </p:nvPicPr>
        <p:blipFill>
          <a:blip r:embed="rId5"/>
          <a:stretch>
            <a:fillRect/>
          </a:stretch>
        </p:blipFill>
        <p:spPr>
          <a:xfrm>
            <a:off x="7966393" y="1544267"/>
            <a:ext cx="4106584" cy="3354674"/>
          </a:xfrm>
          <a:prstGeom prst="rect">
            <a:avLst/>
          </a:prstGeom>
        </p:spPr>
      </p:pic>
      <p:sp>
        <p:nvSpPr>
          <p:cNvPr id="16" name="TextBox 15">
            <a:extLst>
              <a:ext uri="{FF2B5EF4-FFF2-40B4-BE49-F238E27FC236}">
                <a16:creationId xmlns:a16="http://schemas.microsoft.com/office/drawing/2014/main" id="{40DCC406-59C2-D351-10C8-6B7AFA329F85}"/>
              </a:ext>
            </a:extLst>
          </p:cNvPr>
          <p:cNvSpPr txBox="1"/>
          <p:nvPr/>
        </p:nvSpPr>
        <p:spPr>
          <a:xfrm>
            <a:off x="163080" y="4980748"/>
            <a:ext cx="3599623" cy="276999"/>
          </a:xfrm>
          <a:prstGeom prst="rect">
            <a:avLst/>
          </a:prstGeom>
          <a:noFill/>
        </p:spPr>
        <p:txBody>
          <a:bodyPr wrap="square" rtlCol="0">
            <a:spAutoFit/>
          </a:bodyPr>
          <a:lstStyle/>
          <a:p>
            <a:r>
              <a:rPr lang="en-GB" sz="1200" b="1" dirty="0">
                <a:latin typeface="Arial" panose="020B0604020202020204" pitchFamily="34" charset="0"/>
                <a:cs typeface="Arial" panose="020B0604020202020204" pitchFamily="34" charset="0"/>
              </a:rPr>
              <a:t>A. Distribution of NTDs by Endemicity status</a:t>
            </a:r>
          </a:p>
        </p:txBody>
      </p:sp>
      <p:sp>
        <p:nvSpPr>
          <p:cNvPr id="17" name="TextBox 16">
            <a:extLst>
              <a:ext uri="{FF2B5EF4-FFF2-40B4-BE49-F238E27FC236}">
                <a16:creationId xmlns:a16="http://schemas.microsoft.com/office/drawing/2014/main" id="{4CED5D8E-3741-6E81-20B8-63490270ED3A}"/>
              </a:ext>
            </a:extLst>
          </p:cNvPr>
          <p:cNvSpPr txBox="1"/>
          <p:nvPr/>
        </p:nvSpPr>
        <p:spPr>
          <a:xfrm>
            <a:off x="4064736" y="4960516"/>
            <a:ext cx="3599623" cy="646331"/>
          </a:xfrm>
          <a:prstGeom prst="rect">
            <a:avLst/>
          </a:prstGeom>
          <a:noFill/>
        </p:spPr>
        <p:txBody>
          <a:bodyPr wrap="square" rtlCol="0">
            <a:spAutoFit/>
          </a:bodyPr>
          <a:lstStyle/>
          <a:p>
            <a:r>
              <a:rPr lang="en-GB" sz="1200" b="1" dirty="0">
                <a:latin typeface="Arial" panose="020B0604020202020204" pitchFamily="34" charset="0"/>
                <a:cs typeface="Arial" panose="020B0604020202020204" pitchFamily="34" charset="0"/>
              </a:rPr>
              <a:t>B. Shows where the cluster of NTDs are concentrated – classed as ‘High-High’, ‘High-Low’, ‘Low-High’, ‘Low-Low’.</a:t>
            </a:r>
          </a:p>
        </p:txBody>
      </p:sp>
      <p:sp>
        <p:nvSpPr>
          <p:cNvPr id="18" name="TextBox 17">
            <a:extLst>
              <a:ext uri="{FF2B5EF4-FFF2-40B4-BE49-F238E27FC236}">
                <a16:creationId xmlns:a16="http://schemas.microsoft.com/office/drawing/2014/main" id="{0E8564E5-66C9-4C32-27FE-9C00254F55F0}"/>
              </a:ext>
            </a:extLst>
          </p:cNvPr>
          <p:cNvSpPr txBox="1"/>
          <p:nvPr/>
        </p:nvSpPr>
        <p:spPr>
          <a:xfrm>
            <a:off x="7947693" y="4973997"/>
            <a:ext cx="3868255" cy="461665"/>
          </a:xfrm>
          <a:prstGeom prst="rect">
            <a:avLst/>
          </a:prstGeom>
          <a:noFill/>
        </p:spPr>
        <p:txBody>
          <a:bodyPr wrap="square" rtlCol="0">
            <a:spAutoFit/>
          </a:bodyPr>
          <a:lstStyle/>
          <a:p>
            <a:r>
              <a:rPr lang="en-GB" sz="1200" b="1" dirty="0">
                <a:latin typeface="Arial" panose="020B0604020202020204" pitchFamily="34" charset="0"/>
                <a:cs typeface="Arial" panose="020B0604020202020204" pitchFamily="34" charset="0"/>
              </a:rPr>
              <a:t>C. Shows which of the cluster classes where NTDs are concentrated are statistically significant</a:t>
            </a:r>
          </a:p>
        </p:txBody>
      </p:sp>
      <p:sp>
        <p:nvSpPr>
          <p:cNvPr id="19" name="TextBox 18">
            <a:extLst>
              <a:ext uri="{FF2B5EF4-FFF2-40B4-BE49-F238E27FC236}">
                <a16:creationId xmlns:a16="http://schemas.microsoft.com/office/drawing/2014/main" id="{96138F05-D059-732E-9477-4A0FC3D6E38B}"/>
              </a:ext>
            </a:extLst>
          </p:cNvPr>
          <p:cNvSpPr txBox="1"/>
          <p:nvPr/>
        </p:nvSpPr>
        <p:spPr>
          <a:xfrm>
            <a:off x="163080" y="6076538"/>
            <a:ext cx="6182142" cy="369332"/>
          </a:xfrm>
          <a:prstGeom prst="rect">
            <a:avLst/>
          </a:prstGeom>
          <a:solidFill>
            <a:schemeClr val="accent1">
              <a:lumMod val="20000"/>
              <a:lumOff val="80000"/>
            </a:schemeClr>
          </a:solidFill>
          <a:ln>
            <a:solidFill>
              <a:schemeClr val="accent1"/>
            </a:solidFill>
          </a:ln>
        </p:spPr>
        <p:txBody>
          <a:bodyPr wrap="none" rtlCol="0">
            <a:spAutoFit/>
          </a:bodyPr>
          <a:lstStyle/>
          <a:p>
            <a:r>
              <a:rPr lang="en-GB" b="1" dirty="0">
                <a:latin typeface="Arial" panose="020B0604020202020204" pitchFamily="34" charset="0"/>
                <a:cs typeface="Arial" panose="020B0604020202020204" pitchFamily="34" charset="0"/>
              </a:rPr>
              <a:t>We will generate this output in the computer practicals</a:t>
            </a:r>
          </a:p>
        </p:txBody>
      </p:sp>
    </p:spTree>
    <p:extLst>
      <p:ext uri="{BB962C8B-B14F-4D97-AF65-F5344CB8AC3E}">
        <p14:creationId xmlns:p14="http://schemas.microsoft.com/office/powerpoint/2010/main" val="1115719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12FF62-244C-7A46-8D15-2D1E6ED7A701}"/>
              </a:ext>
            </a:extLst>
          </p:cNvPr>
          <p:cNvSpPr txBox="1"/>
          <p:nvPr/>
        </p:nvSpPr>
        <p:spPr>
          <a:xfrm>
            <a:off x="3386040" y="2782669"/>
            <a:ext cx="5419920" cy="646331"/>
          </a:xfrm>
          <a:prstGeom prst="rect">
            <a:avLst/>
          </a:prstGeom>
          <a:noFill/>
        </p:spPr>
        <p:txBody>
          <a:bodyPr wrap="square" rtlCol="0" anchor="ctr">
            <a:spAutoFit/>
          </a:bodyPr>
          <a:lstStyle/>
          <a:p>
            <a:pPr algn="ctr"/>
            <a:r>
              <a:rPr lang="en-GB" sz="3600" b="1" dirty="0">
                <a:latin typeface="HELVETICA NEUE THIN" panose="020B0403020202020204" pitchFamily="34" charset="0"/>
                <a:ea typeface="HELVETICA NEUE THIN" panose="020B0403020202020204" pitchFamily="34" charset="0"/>
              </a:rPr>
              <a:t>Let’s go to the practicals!</a:t>
            </a:r>
          </a:p>
        </p:txBody>
      </p:sp>
      <p:sp>
        <p:nvSpPr>
          <p:cNvPr id="5" name="Slide Number Placeholder 3">
            <a:extLst>
              <a:ext uri="{FF2B5EF4-FFF2-40B4-BE49-F238E27FC236}">
                <a16:creationId xmlns:a16="http://schemas.microsoft.com/office/drawing/2014/main" id="{6A73D860-EA5C-7860-C722-8471E3195E4A}"/>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11</a:t>
            </a:fld>
            <a:endParaRPr lang="en-US" dirty="0">
              <a:solidFill>
                <a:srgbClr val="000000"/>
              </a:solidFill>
              <a:cs typeface="ＭＳ Ｐゴシック" charset="0"/>
            </a:endParaRPr>
          </a:p>
        </p:txBody>
      </p:sp>
    </p:spTree>
    <p:extLst>
      <p:ext uri="{BB962C8B-B14F-4D97-AF65-F5344CB8AC3E}">
        <p14:creationId xmlns:p14="http://schemas.microsoft.com/office/powerpoint/2010/main" val="3930478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28810</TotalTime>
  <Words>1635</Words>
  <Application>Microsoft Macintosh PowerPoint</Application>
  <PresentationFormat>Widescreen</PresentationFormat>
  <Paragraphs>164</Paragraphs>
  <Slides>11</Slides>
  <Notes>10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11</vt:i4>
      </vt:variant>
    </vt:vector>
  </HeadingPairs>
  <TitlesOfParts>
    <vt:vector size="24" baseType="lpstr">
      <vt:lpstr>ＭＳ Ｐゴシック</vt:lpstr>
      <vt:lpstr>-webkit-standard</vt:lpstr>
      <vt:lpstr>Arial</vt:lpstr>
      <vt:lpstr>Calibri</vt:lpstr>
      <vt:lpstr>Cambria Math</vt:lpstr>
      <vt:lpstr>Helvetica</vt:lpstr>
      <vt:lpstr>Helvetica Neue</vt:lpstr>
      <vt:lpstr>Helvetica Neue Light</vt:lpstr>
      <vt:lpstr>Helvetica Neue Thin</vt:lpstr>
      <vt:lpstr>Helvetica Neue Thin</vt:lpstr>
      <vt:lpstr>Wingdings</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Law</dc:creator>
  <cp:lastModifiedBy>Musah, Anwar</cp:lastModifiedBy>
  <cp:revision>340</cp:revision>
  <dcterms:created xsi:type="dcterms:W3CDTF">2020-11-19T14:47:11Z</dcterms:created>
  <dcterms:modified xsi:type="dcterms:W3CDTF">2025-12-19T20:38:50Z</dcterms:modified>
</cp:coreProperties>
</file>